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2" r:id="rId1"/>
  </p:sldMasterIdLst>
  <p:sldIdLst>
    <p:sldId id="256" r:id="rId2"/>
    <p:sldId id="272" r:id="rId3"/>
    <p:sldId id="257" r:id="rId4"/>
    <p:sldId id="263" r:id="rId5"/>
    <p:sldId id="258" r:id="rId6"/>
    <p:sldId id="260" r:id="rId7"/>
    <p:sldId id="261" r:id="rId8"/>
    <p:sldId id="264" r:id="rId9"/>
    <p:sldId id="273" r:id="rId10"/>
    <p:sldId id="276" r:id="rId11"/>
    <p:sldId id="277" r:id="rId12"/>
    <p:sldId id="274" r:id="rId13"/>
    <p:sldId id="285" r:id="rId14"/>
    <p:sldId id="286" r:id="rId15"/>
    <p:sldId id="287" r:id="rId16"/>
    <p:sldId id="288" r:id="rId17"/>
    <p:sldId id="265" r:id="rId18"/>
    <p:sldId id="278" r:id="rId19"/>
    <p:sldId id="267" r:id="rId20"/>
    <p:sldId id="268" r:id="rId21"/>
    <p:sldId id="281" r:id="rId22"/>
    <p:sldId id="269" r:id="rId23"/>
    <p:sldId id="279" r:id="rId24"/>
    <p:sldId id="280" r:id="rId25"/>
    <p:sldId id="284" r:id="rId26"/>
    <p:sldId id="282" r:id="rId27"/>
    <p:sldId id="270" r:id="rId28"/>
    <p:sldId id="27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13" d="100"/>
          <a:sy n="113" d="100"/>
        </p:scale>
        <p:origin x="4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269409-91A4-43EA-B093-13DD8D46330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9148711-660D-443B-9C58-22EE2988FB60}">
      <dgm:prSet/>
      <dgm:spPr/>
      <dgm:t>
        <a:bodyPr/>
        <a:lstStyle/>
        <a:p>
          <a:pPr rtl="0"/>
          <a:r>
            <a:rPr lang="en-US" b="0" i="0" dirty="0">
              <a:solidFill>
                <a:srgbClr val="002060"/>
              </a:solidFill>
            </a:rPr>
            <a:t>INTRODUCTION</a:t>
          </a:r>
          <a:endParaRPr lang="en-US" dirty="0">
            <a:solidFill>
              <a:srgbClr val="002060"/>
            </a:solidFill>
          </a:endParaRPr>
        </a:p>
      </dgm:t>
    </dgm:pt>
    <dgm:pt modelId="{2E2E3203-7A91-4AE5-BA3F-87B312223F98}" type="parTrans" cxnId="{8041D0CD-91DE-47D2-8A1D-AD8952598B07}">
      <dgm:prSet/>
      <dgm:spPr/>
      <dgm:t>
        <a:bodyPr/>
        <a:lstStyle/>
        <a:p>
          <a:endParaRPr lang="en-US"/>
        </a:p>
      </dgm:t>
    </dgm:pt>
    <dgm:pt modelId="{C83CC35E-357D-4AC6-8FB6-4B9D41F1EB5C}" type="sibTrans" cxnId="{8041D0CD-91DE-47D2-8A1D-AD8952598B07}">
      <dgm:prSet/>
      <dgm:spPr/>
      <dgm:t>
        <a:bodyPr/>
        <a:lstStyle/>
        <a:p>
          <a:endParaRPr lang="en-US"/>
        </a:p>
      </dgm:t>
    </dgm:pt>
    <dgm:pt modelId="{510D2E87-45B8-4F05-BE27-BA5A7153B775}">
      <dgm:prSet/>
      <dgm:spPr/>
      <dgm:t>
        <a:bodyPr/>
        <a:lstStyle/>
        <a:p>
          <a:pPr rtl="0"/>
          <a:r>
            <a:rPr lang="en-US" b="0" i="0" dirty="0">
              <a:solidFill>
                <a:srgbClr val="002060"/>
              </a:solidFill>
            </a:rPr>
            <a:t>MOTIVATION</a:t>
          </a:r>
          <a:endParaRPr lang="en-US" dirty="0">
            <a:solidFill>
              <a:srgbClr val="002060"/>
            </a:solidFill>
          </a:endParaRPr>
        </a:p>
      </dgm:t>
    </dgm:pt>
    <dgm:pt modelId="{BAD4799F-B498-4590-9988-D64C0BC9D892}" type="parTrans" cxnId="{DB108744-555F-4A65-8D7A-EA1527F24F47}">
      <dgm:prSet/>
      <dgm:spPr/>
      <dgm:t>
        <a:bodyPr/>
        <a:lstStyle/>
        <a:p>
          <a:endParaRPr lang="en-US"/>
        </a:p>
      </dgm:t>
    </dgm:pt>
    <dgm:pt modelId="{5420D573-0E62-4E85-B8B0-69E34AD38F9F}" type="sibTrans" cxnId="{DB108744-555F-4A65-8D7A-EA1527F24F47}">
      <dgm:prSet/>
      <dgm:spPr/>
      <dgm:t>
        <a:bodyPr/>
        <a:lstStyle/>
        <a:p>
          <a:endParaRPr lang="en-US"/>
        </a:p>
      </dgm:t>
    </dgm:pt>
    <dgm:pt modelId="{5C12C56B-498F-4F9E-8F51-53AC62F93901}">
      <dgm:prSet/>
      <dgm:spPr/>
      <dgm:t>
        <a:bodyPr/>
        <a:lstStyle/>
        <a:p>
          <a:pPr rtl="0"/>
          <a:r>
            <a:rPr lang="en-US" b="0" i="0" dirty="0">
              <a:solidFill>
                <a:srgbClr val="002060"/>
              </a:solidFill>
            </a:rPr>
            <a:t>STATEMENT OF PROBLEMS</a:t>
          </a:r>
          <a:endParaRPr lang="en-US" dirty="0">
            <a:solidFill>
              <a:srgbClr val="002060"/>
            </a:solidFill>
          </a:endParaRPr>
        </a:p>
      </dgm:t>
    </dgm:pt>
    <dgm:pt modelId="{94CF2743-86D1-477E-860A-27C234A8E175}" type="parTrans" cxnId="{8A6C5F0A-489C-48FA-8001-133B6F36038B}">
      <dgm:prSet/>
      <dgm:spPr/>
      <dgm:t>
        <a:bodyPr/>
        <a:lstStyle/>
        <a:p>
          <a:endParaRPr lang="en-US"/>
        </a:p>
      </dgm:t>
    </dgm:pt>
    <dgm:pt modelId="{38B52146-DD90-4C29-8BA2-9D690C6EAE74}" type="sibTrans" cxnId="{8A6C5F0A-489C-48FA-8001-133B6F36038B}">
      <dgm:prSet/>
      <dgm:spPr/>
      <dgm:t>
        <a:bodyPr/>
        <a:lstStyle/>
        <a:p>
          <a:endParaRPr lang="en-US"/>
        </a:p>
      </dgm:t>
    </dgm:pt>
    <dgm:pt modelId="{8D001EC7-8D99-4274-AB02-AF7A6E79DEF9}">
      <dgm:prSet/>
      <dgm:spPr/>
      <dgm:t>
        <a:bodyPr/>
        <a:lstStyle/>
        <a:p>
          <a:pPr rtl="0"/>
          <a:r>
            <a:rPr lang="en-US" b="0" i="0" dirty="0">
              <a:solidFill>
                <a:srgbClr val="002060"/>
              </a:solidFill>
            </a:rPr>
            <a:t>OBJECTIVE</a:t>
          </a:r>
          <a:endParaRPr lang="en-US" dirty="0">
            <a:solidFill>
              <a:srgbClr val="002060"/>
            </a:solidFill>
          </a:endParaRPr>
        </a:p>
      </dgm:t>
    </dgm:pt>
    <dgm:pt modelId="{92AA1367-6C9E-4F57-9BEE-EB9635D0DB47}" type="parTrans" cxnId="{1A0AC96A-4B6C-4FBD-85FE-1B4E155A30F3}">
      <dgm:prSet/>
      <dgm:spPr/>
      <dgm:t>
        <a:bodyPr/>
        <a:lstStyle/>
        <a:p>
          <a:endParaRPr lang="en-US"/>
        </a:p>
      </dgm:t>
    </dgm:pt>
    <dgm:pt modelId="{14C77575-C690-45A5-8D85-3878F62362D3}" type="sibTrans" cxnId="{1A0AC96A-4B6C-4FBD-85FE-1B4E155A30F3}">
      <dgm:prSet/>
      <dgm:spPr/>
      <dgm:t>
        <a:bodyPr/>
        <a:lstStyle/>
        <a:p>
          <a:endParaRPr lang="en-US"/>
        </a:p>
      </dgm:t>
    </dgm:pt>
    <dgm:pt modelId="{4FADA956-9B7C-4ACE-9A91-FBCA5AA5845E}">
      <dgm:prSet/>
      <dgm:spPr/>
      <dgm:t>
        <a:bodyPr/>
        <a:lstStyle/>
        <a:p>
          <a:pPr rtl="0"/>
          <a:r>
            <a:rPr lang="en-US" b="0" i="0" dirty="0">
              <a:solidFill>
                <a:srgbClr val="002060"/>
              </a:solidFill>
            </a:rPr>
            <a:t>SCOPE AND APPLICATION</a:t>
          </a:r>
          <a:endParaRPr lang="en-US" dirty="0">
            <a:solidFill>
              <a:srgbClr val="002060"/>
            </a:solidFill>
          </a:endParaRPr>
        </a:p>
      </dgm:t>
    </dgm:pt>
    <dgm:pt modelId="{D0BDF2EA-68E2-4C0A-A685-C44A98832CAA}" type="parTrans" cxnId="{E07614B4-8601-4C66-B2C4-A513A05014D7}">
      <dgm:prSet/>
      <dgm:spPr/>
      <dgm:t>
        <a:bodyPr/>
        <a:lstStyle/>
        <a:p>
          <a:endParaRPr lang="en-US"/>
        </a:p>
      </dgm:t>
    </dgm:pt>
    <dgm:pt modelId="{C93C2D26-A7CE-4460-BAA9-5D19DED02767}" type="sibTrans" cxnId="{E07614B4-8601-4C66-B2C4-A513A05014D7}">
      <dgm:prSet/>
      <dgm:spPr/>
      <dgm:t>
        <a:bodyPr/>
        <a:lstStyle/>
        <a:p>
          <a:endParaRPr lang="en-US"/>
        </a:p>
      </dgm:t>
    </dgm:pt>
    <dgm:pt modelId="{6927EBAF-585A-44C1-A994-4CAE3348C40F}">
      <dgm:prSet/>
      <dgm:spPr/>
      <dgm:t>
        <a:bodyPr/>
        <a:lstStyle/>
        <a:p>
          <a:pPr rtl="0"/>
          <a:r>
            <a:rPr lang="en-US" b="0" i="0" dirty="0">
              <a:solidFill>
                <a:srgbClr val="002060"/>
              </a:solidFill>
            </a:rPr>
            <a:t>LITERATURE REVIEW</a:t>
          </a:r>
          <a:endParaRPr lang="en-US" dirty="0">
            <a:solidFill>
              <a:srgbClr val="002060"/>
            </a:solidFill>
          </a:endParaRPr>
        </a:p>
      </dgm:t>
    </dgm:pt>
    <dgm:pt modelId="{595C7C6F-0859-4904-AAC6-B82E48D316FE}" type="parTrans" cxnId="{22B108D6-F619-4154-A2CF-0F80BF98D4B7}">
      <dgm:prSet/>
      <dgm:spPr/>
      <dgm:t>
        <a:bodyPr/>
        <a:lstStyle/>
        <a:p>
          <a:endParaRPr lang="en-US"/>
        </a:p>
      </dgm:t>
    </dgm:pt>
    <dgm:pt modelId="{CA935872-AA75-48AF-81AD-0264E44E1DEF}" type="sibTrans" cxnId="{22B108D6-F619-4154-A2CF-0F80BF98D4B7}">
      <dgm:prSet/>
      <dgm:spPr/>
      <dgm:t>
        <a:bodyPr/>
        <a:lstStyle/>
        <a:p>
          <a:endParaRPr lang="en-US"/>
        </a:p>
      </dgm:t>
    </dgm:pt>
    <dgm:pt modelId="{E139D32F-52DB-409E-94A6-588D5C1C0E75}">
      <dgm:prSet/>
      <dgm:spPr/>
      <dgm:t>
        <a:bodyPr/>
        <a:lstStyle/>
        <a:p>
          <a:pPr rtl="0"/>
          <a:r>
            <a:rPr lang="en-US" b="0" i="0" dirty="0">
              <a:solidFill>
                <a:srgbClr val="002060"/>
              </a:solidFill>
            </a:rPr>
            <a:t>GENERIC MODEL</a:t>
          </a:r>
          <a:endParaRPr lang="en-US" dirty="0">
            <a:solidFill>
              <a:srgbClr val="002060"/>
            </a:solidFill>
          </a:endParaRPr>
        </a:p>
      </dgm:t>
    </dgm:pt>
    <dgm:pt modelId="{FD60469A-EBB0-4795-A5FD-3FFCF7F6CF23}" type="parTrans" cxnId="{D397D0B4-4FAA-4DE2-AC1B-08159BCA0625}">
      <dgm:prSet/>
      <dgm:spPr/>
      <dgm:t>
        <a:bodyPr/>
        <a:lstStyle/>
        <a:p>
          <a:endParaRPr lang="en-US"/>
        </a:p>
      </dgm:t>
    </dgm:pt>
    <dgm:pt modelId="{70A55085-1331-49C8-ABB5-506407FDAF18}" type="sibTrans" cxnId="{D397D0B4-4FAA-4DE2-AC1B-08159BCA0625}">
      <dgm:prSet/>
      <dgm:spPr/>
      <dgm:t>
        <a:bodyPr/>
        <a:lstStyle/>
        <a:p>
          <a:endParaRPr lang="en-US"/>
        </a:p>
      </dgm:t>
    </dgm:pt>
    <dgm:pt modelId="{F4D4088C-1A4A-4F60-B830-636E4C0FB684}">
      <dgm:prSet/>
      <dgm:spPr/>
      <dgm:t>
        <a:bodyPr/>
        <a:lstStyle/>
        <a:p>
          <a:pPr rtl="0"/>
          <a:r>
            <a:rPr lang="en-US" b="0" i="0" dirty="0">
              <a:solidFill>
                <a:srgbClr val="002060"/>
              </a:solidFill>
            </a:rPr>
            <a:t>FLOWCHART</a:t>
          </a:r>
          <a:endParaRPr lang="en-US" dirty="0">
            <a:solidFill>
              <a:srgbClr val="002060"/>
            </a:solidFill>
          </a:endParaRPr>
        </a:p>
      </dgm:t>
    </dgm:pt>
    <dgm:pt modelId="{8A61ADA0-854D-4EC0-8CBF-F950885D9E49}" type="parTrans" cxnId="{74824775-33F1-4531-AFA8-7D24A692DE96}">
      <dgm:prSet/>
      <dgm:spPr/>
      <dgm:t>
        <a:bodyPr/>
        <a:lstStyle/>
        <a:p>
          <a:endParaRPr lang="en-US"/>
        </a:p>
      </dgm:t>
    </dgm:pt>
    <dgm:pt modelId="{6AA344BF-A38D-455F-992F-9CE5615F4E21}" type="sibTrans" cxnId="{74824775-33F1-4531-AFA8-7D24A692DE96}">
      <dgm:prSet/>
      <dgm:spPr/>
      <dgm:t>
        <a:bodyPr/>
        <a:lstStyle/>
        <a:p>
          <a:endParaRPr lang="en-US"/>
        </a:p>
      </dgm:t>
    </dgm:pt>
    <dgm:pt modelId="{CAE5541C-4434-4326-84ED-79BBEF4944C6}">
      <dgm:prSet/>
      <dgm:spPr/>
      <dgm:t>
        <a:bodyPr/>
        <a:lstStyle/>
        <a:p>
          <a:pPr rtl="0"/>
          <a:r>
            <a:rPr lang="en-US" b="0" i="0" dirty="0">
              <a:solidFill>
                <a:srgbClr val="002060"/>
              </a:solidFill>
            </a:rPr>
            <a:t>RESULT AND DISCUSSION</a:t>
          </a:r>
          <a:endParaRPr lang="en-US" dirty="0">
            <a:solidFill>
              <a:srgbClr val="002060"/>
            </a:solidFill>
          </a:endParaRPr>
        </a:p>
      </dgm:t>
    </dgm:pt>
    <dgm:pt modelId="{446DB1F9-6A33-4A78-92AB-8B3E8BF4CD19}" type="parTrans" cxnId="{73289C6B-25D8-4B58-B59E-BFE2C9CF691C}">
      <dgm:prSet/>
      <dgm:spPr/>
      <dgm:t>
        <a:bodyPr/>
        <a:lstStyle/>
        <a:p>
          <a:endParaRPr lang="en-US"/>
        </a:p>
      </dgm:t>
    </dgm:pt>
    <dgm:pt modelId="{93CEBEE0-0EB6-43BB-B6C1-38B46C5A6DA2}" type="sibTrans" cxnId="{73289C6B-25D8-4B58-B59E-BFE2C9CF691C}">
      <dgm:prSet/>
      <dgm:spPr/>
      <dgm:t>
        <a:bodyPr/>
        <a:lstStyle/>
        <a:p>
          <a:endParaRPr lang="en-US"/>
        </a:p>
      </dgm:t>
    </dgm:pt>
    <dgm:pt modelId="{3C77D895-C846-4EC8-96FF-D8D5660C414F}">
      <dgm:prSet/>
      <dgm:spPr/>
      <dgm:t>
        <a:bodyPr/>
        <a:lstStyle/>
        <a:p>
          <a:pPr rtl="0"/>
          <a:r>
            <a:rPr lang="en-US" b="0" i="0" dirty="0">
              <a:solidFill>
                <a:srgbClr val="002060"/>
              </a:solidFill>
            </a:rPr>
            <a:t>CONCLUSION</a:t>
          </a:r>
          <a:endParaRPr lang="en-US" dirty="0">
            <a:solidFill>
              <a:srgbClr val="002060"/>
            </a:solidFill>
          </a:endParaRPr>
        </a:p>
      </dgm:t>
    </dgm:pt>
    <dgm:pt modelId="{D93B79B4-7157-418E-B03A-52AF145BBC73}" type="parTrans" cxnId="{3B1E531F-0C8E-4B3D-89F8-B338E41E392E}">
      <dgm:prSet/>
      <dgm:spPr/>
      <dgm:t>
        <a:bodyPr/>
        <a:lstStyle/>
        <a:p>
          <a:endParaRPr lang="en-US"/>
        </a:p>
      </dgm:t>
    </dgm:pt>
    <dgm:pt modelId="{E36721F5-2B6D-4089-877B-00F5C5ABD34E}" type="sibTrans" cxnId="{3B1E531F-0C8E-4B3D-89F8-B338E41E392E}">
      <dgm:prSet/>
      <dgm:spPr/>
      <dgm:t>
        <a:bodyPr/>
        <a:lstStyle/>
        <a:p>
          <a:endParaRPr lang="en-US"/>
        </a:p>
      </dgm:t>
    </dgm:pt>
    <dgm:pt modelId="{14ADE914-DB25-4C2B-8280-8A201A6EB66F}" type="pres">
      <dgm:prSet presAssocID="{DE269409-91A4-43EA-B093-13DD8D463300}" presName="linear" presStyleCnt="0">
        <dgm:presLayoutVars>
          <dgm:animLvl val="lvl"/>
          <dgm:resizeHandles val="exact"/>
        </dgm:presLayoutVars>
      </dgm:prSet>
      <dgm:spPr/>
    </dgm:pt>
    <dgm:pt modelId="{74F76759-2E33-4EEA-92A5-5F08D522F3C0}" type="pres">
      <dgm:prSet presAssocID="{29148711-660D-443B-9C58-22EE2988FB60}" presName="parentText" presStyleLbl="node1" presStyleIdx="0" presStyleCnt="10">
        <dgm:presLayoutVars>
          <dgm:chMax val="0"/>
          <dgm:bulletEnabled val="1"/>
        </dgm:presLayoutVars>
      </dgm:prSet>
      <dgm:spPr/>
    </dgm:pt>
    <dgm:pt modelId="{3CF323A7-6614-4C12-B684-C0212D3A72CF}" type="pres">
      <dgm:prSet presAssocID="{C83CC35E-357D-4AC6-8FB6-4B9D41F1EB5C}" presName="spacer" presStyleCnt="0"/>
      <dgm:spPr/>
    </dgm:pt>
    <dgm:pt modelId="{F2684634-0C16-45E8-BF59-496AA5FE0EBD}" type="pres">
      <dgm:prSet presAssocID="{510D2E87-45B8-4F05-BE27-BA5A7153B775}" presName="parentText" presStyleLbl="node1" presStyleIdx="1" presStyleCnt="10">
        <dgm:presLayoutVars>
          <dgm:chMax val="0"/>
          <dgm:bulletEnabled val="1"/>
        </dgm:presLayoutVars>
      </dgm:prSet>
      <dgm:spPr/>
    </dgm:pt>
    <dgm:pt modelId="{BB810BEE-AECC-42B6-AF42-302583EEC896}" type="pres">
      <dgm:prSet presAssocID="{5420D573-0E62-4E85-B8B0-69E34AD38F9F}" presName="spacer" presStyleCnt="0"/>
      <dgm:spPr/>
    </dgm:pt>
    <dgm:pt modelId="{C26C0348-856E-49A8-984F-05EA9F022BD4}" type="pres">
      <dgm:prSet presAssocID="{5C12C56B-498F-4F9E-8F51-53AC62F93901}" presName="parentText" presStyleLbl="node1" presStyleIdx="2" presStyleCnt="10">
        <dgm:presLayoutVars>
          <dgm:chMax val="0"/>
          <dgm:bulletEnabled val="1"/>
        </dgm:presLayoutVars>
      </dgm:prSet>
      <dgm:spPr/>
    </dgm:pt>
    <dgm:pt modelId="{BF8FE6A9-FBA8-41BA-85B4-D4D7CD86F6BA}" type="pres">
      <dgm:prSet presAssocID="{38B52146-DD90-4C29-8BA2-9D690C6EAE74}" presName="spacer" presStyleCnt="0"/>
      <dgm:spPr/>
    </dgm:pt>
    <dgm:pt modelId="{DFA0F5B6-BC64-4FBD-B6D8-09E9889A35C8}" type="pres">
      <dgm:prSet presAssocID="{8D001EC7-8D99-4274-AB02-AF7A6E79DEF9}" presName="parentText" presStyleLbl="node1" presStyleIdx="3" presStyleCnt="10">
        <dgm:presLayoutVars>
          <dgm:chMax val="0"/>
          <dgm:bulletEnabled val="1"/>
        </dgm:presLayoutVars>
      </dgm:prSet>
      <dgm:spPr/>
    </dgm:pt>
    <dgm:pt modelId="{392FD82A-55D6-403F-B169-FA06FA53C88C}" type="pres">
      <dgm:prSet presAssocID="{14C77575-C690-45A5-8D85-3878F62362D3}" presName="spacer" presStyleCnt="0"/>
      <dgm:spPr/>
    </dgm:pt>
    <dgm:pt modelId="{84B9D6BE-9041-4832-AF12-A331DCBA77A8}" type="pres">
      <dgm:prSet presAssocID="{4FADA956-9B7C-4ACE-9A91-FBCA5AA5845E}" presName="parentText" presStyleLbl="node1" presStyleIdx="4" presStyleCnt="10">
        <dgm:presLayoutVars>
          <dgm:chMax val="0"/>
          <dgm:bulletEnabled val="1"/>
        </dgm:presLayoutVars>
      </dgm:prSet>
      <dgm:spPr/>
    </dgm:pt>
    <dgm:pt modelId="{D3986E69-9D1F-46C4-B219-D1F37E45ADEF}" type="pres">
      <dgm:prSet presAssocID="{C93C2D26-A7CE-4460-BAA9-5D19DED02767}" presName="spacer" presStyleCnt="0"/>
      <dgm:spPr/>
    </dgm:pt>
    <dgm:pt modelId="{ADC6032E-C837-4A70-AD2D-208D955C9100}" type="pres">
      <dgm:prSet presAssocID="{6927EBAF-585A-44C1-A994-4CAE3348C40F}" presName="parentText" presStyleLbl="node1" presStyleIdx="5" presStyleCnt="10">
        <dgm:presLayoutVars>
          <dgm:chMax val="0"/>
          <dgm:bulletEnabled val="1"/>
        </dgm:presLayoutVars>
      </dgm:prSet>
      <dgm:spPr/>
    </dgm:pt>
    <dgm:pt modelId="{FC4E60A3-779B-4CD2-8A80-F9EF1C853D92}" type="pres">
      <dgm:prSet presAssocID="{CA935872-AA75-48AF-81AD-0264E44E1DEF}" presName="spacer" presStyleCnt="0"/>
      <dgm:spPr/>
    </dgm:pt>
    <dgm:pt modelId="{F934A5B9-9E29-4BB1-B872-29E2747F2E38}" type="pres">
      <dgm:prSet presAssocID="{E139D32F-52DB-409E-94A6-588D5C1C0E75}" presName="parentText" presStyleLbl="node1" presStyleIdx="6" presStyleCnt="10">
        <dgm:presLayoutVars>
          <dgm:chMax val="0"/>
          <dgm:bulletEnabled val="1"/>
        </dgm:presLayoutVars>
      </dgm:prSet>
      <dgm:spPr/>
    </dgm:pt>
    <dgm:pt modelId="{FA56CBD9-03FB-4F75-8D9A-0595670E5570}" type="pres">
      <dgm:prSet presAssocID="{70A55085-1331-49C8-ABB5-506407FDAF18}" presName="spacer" presStyleCnt="0"/>
      <dgm:spPr/>
    </dgm:pt>
    <dgm:pt modelId="{90BADC02-0F11-4E29-9B31-42342A0F8D79}" type="pres">
      <dgm:prSet presAssocID="{F4D4088C-1A4A-4F60-B830-636E4C0FB684}" presName="parentText" presStyleLbl="node1" presStyleIdx="7" presStyleCnt="10">
        <dgm:presLayoutVars>
          <dgm:chMax val="0"/>
          <dgm:bulletEnabled val="1"/>
        </dgm:presLayoutVars>
      </dgm:prSet>
      <dgm:spPr/>
    </dgm:pt>
    <dgm:pt modelId="{858590DD-3C27-4550-81E5-AC3DE9237C58}" type="pres">
      <dgm:prSet presAssocID="{6AA344BF-A38D-455F-992F-9CE5615F4E21}" presName="spacer" presStyleCnt="0"/>
      <dgm:spPr/>
    </dgm:pt>
    <dgm:pt modelId="{8C726BCD-AB1D-4D01-80E6-9DA4A36DF33C}" type="pres">
      <dgm:prSet presAssocID="{CAE5541C-4434-4326-84ED-79BBEF4944C6}" presName="parentText" presStyleLbl="node1" presStyleIdx="8" presStyleCnt="10">
        <dgm:presLayoutVars>
          <dgm:chMax val="0"/>
          <dgm:bulletEnabled val="1"/>
        </dgm:presLayoutVars>
      </dgm:prSet>
      <dgm:spPr/>
    </dgm:pt>
    <dgm:pt modelId="{6AAD56E2-2693-47FB-80C3-8B6AC5FC99CA}" type="pres">
      <dgm:prSet presAssocID="{93CEBEE0-0EB6-43BB-B6C1-38B46C5A6DA2}" presName="spacer" presStyleCnt="0"/>
      <dgm:spPr/>
    </dgm:pt>
    <dgm:pt modelId="{97A7E820-E2C9-4E1D-B572-33CA73CE56F3}" type="pres">
      <dgm:prSet presAssocID="{3C77D895-C846-4EC8-96FF-D8D5660C414F}" presName="parentText" presStyleLbl="node1" presStyleIdx="9" presStyleCnt="10">
        <dgm:presLayoutVars>
          <dgm:chMax val="0"/>
          <dgm:bulletEnabled val="1"/>
        </dgm:presLayoutVars>
      </dgm:prSet>
      <dgm:spPr/>
    </dgm:pt>
  </dgm:ptLst>
  <dgm:cxnLst>
    <dgm:cxn modelId="{8A6C5F0A-489C-48FA-8001-133B6F36038B}" srcId="{DE269409-91A4-43EA-B093-13DD8D463300}" destId="{5C12C56B-498F-4F9E-8F51-53AC62F93901}" srcOrd="2" destOrd="0" parTransId="{94CF2743-86D1-477E-860A-27C234A8E175}" sibTransId="{38B52146-DD90-4C29-8BA2-9D690C6EAE74}"/>
    <dgm:cxn modelId="{3B1E531F-0C8E-4B3D-89F8-B338E41E392E}" srcId="{DE269409-91A4-43EA-B093-13DD8D463300}" destId="{3C77D895-C846-4EC8-96FF-D8D5660C414F}" srcOrd="9" destOrd="0" parTransId="{D93B79B4-7157-418E-B03A-52AF145BBC73}" sibTransId="{E36721F5-2B6D-4089-877B-00F5C5ABD34E}"/>
    <dgm:cxn modelId="{31DA0433-8E0E-467C-B5AA-C1AA79E87AC5}" type="presOf" srcId="{8D001EC7-8D99-4274-AB02-AF7A6E79DEF9}" destId="{DFA0F5B6-BC64-4FBD-B6D8-09E9889A35C8}" srcOrd="0" destOrd="0" presId="urn:microsoft.com/office/officeart/2005/8/layout/vList2"/>
    <dgm:cxn modelId="{1270533D-9F9A-4010-BF36-DA026256A30F}" type="presOf" srcId="{6927EBAF-585A-44C1-A994-4CAE3348C40F}" destId="{ADC6032E-C837-4A70-AD2D-208D955C9100}" srcOrd="0" destOrd="0" presId="urn:microsoft.com/office/officeart/2005/8/layout/vList2"/>
    <dgm:cxn modelId="{DB108744-555F-4A65-8D7A-EA1527F24F47}" srcId="{DE269409-91A4-43EA-B093-13DD8D463300}" destId="{510D2E87-45B8-4F05-BE27-BA5A7153B775}" srcOrd="1" destOrd="0" parTransId="{BAD4799F-B498-4590-9988-D64C0BC9D892}" sibTransId="{5420D573-0E62-4E85-B8B0-69E34AD38F9F}"/>
    <dgm:cxn modelId="{2ACD0957-92ED-4293-BF41-7B556F4D1E59}" type="presOf" srcId="{CAE5541C-4434-4326-84ED-79BBEF4944C6}" destId="{8C726BCD-AB1D-4D01-80E6-9DA4A36DF33C}" srcOrd="0" destOrd="0" presId="urn:microsoft.com/office/officeart/2005/8/layout/vList2"/>
    <dgm:cxn modelId="{F370105C-9226-4BA6-8E8A-4C43B91DE7F9}" type="presOf" srcId="{E139D32F-52DB-409E-94A6-588D5C1C0E75}" destId="{F934A5B9-9E29-4BB1-B872-29E2747F2E38}" srcOrd="0" destOrd="0" presId="urn:microsoft.com/office/officeart/2005/8/layout/vList2"/>
    <dgm:cxn modelId="{1A0AC96A-4B6C-4FBD-85FE-1B4E155A30F3}" srcId="{DE269409-91A4-43EA-B093-13DD8D463300}" destId="{8D001EC7-8D99-4274-AB02-AF7A6E79DEF9}" srcOrd="3" destOrd="0" parTransId="{92AA1367-6C9E-4F57-9BEE-EB9635D0DB47}" sibTransId="{14C77575-C690-45A5-8D85-3878F62362D3}"/>
    <dgm:cxn modelId="{73289C6B-25D8-4B58-B59E-BFE2C9CF691C}" srcId="{DE269409-91A4-43EA-B093-13DD8D463300}" destId="{CAE5541C-4434-4326-84ED-79BBEF4944C6}" srcOrd="8" destOrd="0" parTransId="{446DB1F9-6A33-4A78-92AB-8B3E8BF4CD19}" sibTransId="{93CEBEE0-0EB6-43BB-B6C1-38B46C5A6DA2}"/>
    <dgm:cxn modelId="{74824775-33F1-4531-AFA8-7D24A692DE96}" srcId="{DE269409-91A4-43EA-B093-13DD8D463300}" destId="{F4D4088C-1A4A-4F60-B830-636E4C0FB684}" srcOrd="7" destOrd="0" parTransId="{8A61ADA0-854D-4EC0-8CBF-F950885D9E49}" sibTransId="{6AA344BF-A38D-455F-992F-9CE5615F4E21}"/>
    <dgm:cxn modelId="{6435C27B-1EB6-4AD5-8A02-5CABC842E36A}" type="presOf" srcId="{510D2E87-45B8-4F05-BE27-BA5A7153B775}" destId="{F2684634-0C16-45E8-BF59-496AA5FE0EBD}" srcOrd="0" destOrd="0" presId="urn:microsoft.com/office/officeart/2005/8/layout/vList2"/>
    <dgm:cxn modelId="{2EC3957F-409F-4038-BD72-1896A7ADDD23}" type="presOf" srcId="{29148711-660D-443B-9C58-22EE2988FB60}" destId="{74F76759-2E33-4EEA-92A5-5F08D522F3C0}" srcOrd="0" destOrd="0" presId="urn:microsoft.com/office/officeart/2005/8/layout/vList2"/>
    <dgm:cxn modelId="{22F366A0-8F9B-416B-8776-A50445A9D204}" type="presOf" srcId="{DE269409-91A4-43EA-B093-13DD8D463300}" destId="{14ADE914-DB25-4C2B-8280-8A201A6EB66F}" srcOrd="0" destOrd="0" presId="urn:microsoft.com/office/officeart/2005/8/layout/vList2"/>
    <dgm:cxn modelId="{A4A3D0A7-F3E8-4DC7-B625-213964FA3CC9}" type="presOf" srcId="{F4D4088C-1A4A-4F60-B830-636E4C0FB684}" destId="{90BADC02-0F11-4E29-9B31-42342A0F8D79}" srcOrd="0" destOrd="0" presId="urn:microsoft.com/office/officeart/2005/8/layout/vList2"/>
    <dgm:cxn modelId="{E07614B4-8601-4C66-B2C4-A513A05014D7}" srcId="{DE269409-91A4-43EA-B093-13DD8D463300}" destId="{4FADA956-9B7C-4ACE-9A91-FBCA5AA5845E}" srcOrd="4" destOrd="0" parTransId="{D0BDF2EA-68E2-4C0A-A685-C44A98832CAA}" sibTransId="{C93C2D26-A7CE-4460-BAA9-5D19DED02767}"/>
    <dgm:cxn modelId="{D397D0B4-4FAA-4DE2-AC1B-08159BCA0625}" srcId="{DE269409-91A4-43EA-B093-13DD8D463300}" destId="{E139D32F-52DB-409E-94A6-588D5C1C0E75}" srcOrd="6" destOrd="0" parTransId="{FD60469A-EBB0-4795-A5FD-3FFCF7F6CF23}" sibTransId="{70A55085-1331-49C8-ABB5-506407FDAF18}"/>
    <dgm:cxn modelId="{CAD6D2BA-ECF8-4A34-B75D-3D79BAF90563}" type="presOf" srcId="{3C77D895-C846-4EC8-96FF-D8D5660C414F}" destId="{97A7E820-E2C9-4E1D-B572-33CA73CE56F3}" srcOrd="0" destOrd="0" presId="urn:microsoft.com/office/officeart/2005/8/layout/vList2"/>
    <dgm:cxn modelId="{8041D0CD-91DE-47D2-8A1D-AD8952598B07}" srcId="{DE269409-91A4-43EA-B093-13DD8D463300}" destId="{29148711-660D-443B-9C58-22EE2988FB60}" srcOrd="0" destOrd="0" parTransId="{2E2E3203-7A91-4AE5-BA3F-87B312223F98}" sibTransId="{C83CC35E-357D-4AC6-8FB6-4B9D41F1EB5C}"/>
    <dgm:cxn modelId="{22B108D6-F619-4154-A2CF-0F80BF98D4B7}" srcId="{DE269409-91A4-43EA-B093-13DD8D463300}" destId="{6927EBAF-585A-44C1-A994-4CAE3348C40F}" srcOrd="5" destOrd="0" parTransId="{595C7C6F-0859-4904-AAC6-B82E48D316FE}" sibTransId="{CA935872-AA75-48AF-81AD-0264E44E1DEF}"/>
    <dgm:cxn modelId="{A36A0DF5-C517-4F35-BD55-E6362547D2B0}" type="presOf" srcId="{5C12C56B-498F-4F9E-8F51-53AC62F93901}" destId="{C26C0348-856E-49A8-984F-05EA9F022BD4}" srcOrd="0" destOrd="0" presId="urn:microsoft.com/office/officeart/2005/8/layout/vList2"/>
    <dgm:cxn modelId="{A3582AFD-EB19-4A24-A706-A3F472097FA2}" type="presOf" srcId="{4FADA956-9B7C-4ACE-9A91-FBCA5AA5845E}" destId="{84B9D6BE-9041-4832-AF12-A331DCBA77A8}" srcOrd="0" destOrd="0" presId="urn:microsoft.com/office/officeart/2005/8/layout/vList2"/>
    <dgm:cxn modelId="{242A530A-69A5-43A8-8436-9D70BEFC3A29}" type="presParOf" srcId="{14ADE914-DB25-4C2B-8280-8A201A6EB66F}" destId="{74F76759-2E33-4EEA-92A5-5F08D522F3C0}" srcOrd="0" destOrd="0" presId="urn:microsoft.com/office/officeart/2005/8/layout/vList2"/>
    <dgm:cxn modelId="{E28F4D1D-FCAA-40D4-9D67-EC7C9EAF5B5A}" type="presParOf" srcId="{14ADE914-DB25-4C2B-8280-8A201A6EB66F}" destId="{3CF323A7-6614-4C12-B684-C0212D3A72CF}" srcOrd="1" destOrd="0" presId="urn:microsoft.com/office/officeart/2005/8/layout/vList2"/>
    <dgm:cxn modelId="{50C0995E-1F3D-47D7-BC63-D75842D8C555}" type="presParOf" srcId="{14ADE914-DB25-4C2B-8280-8A201A6EB66F}" destId="{F2684634-0C16-45E8-BF59-496AA5FE0EBD}" srcOrd="2" destOrd="0" presId="urn:microsoft.com/office/officeart/2005/8/layout/vList2"/>
    <dgm:cxn modelId="{02D702A0-1280-4D52-887C-6741B10A9C9B}" type="presParOf" srcId="{14ADE914-DB25-4C2B-8280-8A201A6EB66F}" destId="{BB810BEE-AECC-42B6-AF42-302583EEC896}" srcOrd="3" destOrd="0" presId="urn:microsoft.com/office/officeart/2005/8/layout/vList2"/>
    <dgm:cxn modelId="{4F176C2E-FBFE-48E4-9EE1-982DECFC7C19}" type="presParOf" srcId="{14ADE914-DB25-4C2B-8280-8A201A6EB66F}" destId="{C26C0348-856E-49A8-984F-05EA9F022BD4}" srcOrd="4" destOrd="0" presId="urn:microsoft.com/office/officeart/2005/8/layout/vList2"/>
    <dgm:cxn modelId="{093B6703-623E-4A2B-B833-9820A3523B73}" type="presParOf" srcId="{14ADE914-DB25-4C2B-8280-8A201A6EB66F}" destId="{BF8FE6A9-FBA8-41BA-85B4-D4D7CD86F6BA}" srcOrd="5" destOrd="0" presId="urn:microsoft.com/office/officeart/2005/8/layout/vList2"/>
    <dgm:cxn modelId="{FFCD4E64-6AA4-45DD-B0A8-A03AFD176DDF}" type="presParOf" srcId="{14ADE914-DB25-4C2B-8280-8A201A6EB66F}" destId="{DFA0F5B6-BC64-4FBD-B6D8-09E9889A35C8}" srcOrd="6" destOrd="0" presId="urn:microsoft.com/office/officeart/2005/8/layout/vList2"/>
    <dgm:cxn modelId="{91D0270B-399D-46B5-B542-706DE873FBD6}" type="presParOf" srcId="{14ADE914-DB25-4C2B-8280-8A201A6EB66F}" destId="{392FD82A-55D6-403F-B169-FA06FA53C88C}" srcOrd="7" destOrd="0" presId="urn:microsoft.com/office/officeart/2005/8/layout/vList2"/>
    <dgm:cxn modelId="{4F7A93FE-FD05-427C-B545-5B3B21300086}" type="presParOf" srcId="{14ADE914-DB25-4C2B-8280-8A201A6EB66F}" destId="{84B9D6BE-9041-4832-AF12-A331DCBA77A8}" srcOrd="8" destOrd="0" presId="urn:microsoft.com/office/officeart/2005/8/layout/vList2"/>
    <dgm:cxn modelId="{06908D1C-8DF4-4993-BA68-514BBE920C0F}" type="presParOf" srcId="{14ADE914-DB25-4C2B-8280-8A201A6EB66F}" destId="{D3986E69-9D1F-46C4-B219-D1F37E45ADEF}" srcOrd="9" destOrd="0" presId="urn:microsoft.com/office/officeart/2005/8/layout/vList2"/>
    <dgm:cxn modelId="{4D030141-7074-4777-8835-0271BFA96F91}" type="presParOf" srcId="{14ADE914-DB25-4C2B-8280-8A201A6EB66F}" destId="{ADC6032E-C837-4A70-AD2D-208D955C9100}" srcOrd="10" destOrd="0" presId="urn:microsoft.com/office/officeart/2005/8/layout/vList2"/>
    <dgm:cxn modelId="{9142490C-2BE2-45A4-BCA5-56EA6A237205}" type="presParOf" srcId="{14ADE914-DB25-4C2B-8280-8A201A6EB66F}" destId="{FC4E60A3-779B-4CD2-8A80-F9EF1C853D92}" srcOrd="11" destOrd="0" presId="urn:microsoft.com/office/officeart/2005/8/layout/vList2"/>
    <dgm:cxn modelId="{3101B023-A4CC-4810-867F-F3B6C6DA3227}" type="presParOf" srcId="{14ADE914-DB25-4C2B-8280-8A201A6EB66F}" destId="{F934A5B9-9E29-4BB1-B872-29E2747F2E38}" srcOrd="12" destOrd="0" presId="urn:microsoft.com/office/officeart/2005/8/layout/vList2"/>
    <dgm:cxn modelId="{83AFD697-E0AF-4F72-ADDB-E5F1147DACBB}" type="presParOf" srcId="{14ADE914-DB25-4C2B-8280-8A201A6EB66F}" destId="{FA56CBD9-03FB-4F75-8D9A-0595670E5570}" srcOrd="13" destOrd="0" presId="urn:microsoft.com/office/officeart/2005/8/layout/vList2"/>
    <dgm:cxn modelId="{45C01AE7-8CD7-4727-B2D3-4864FA4300A7}" type="presParOf" srcId="{14ADE914-DB25-4C2B-8280-8A201A6EB66F}" destId="{90BADC02-0F11-4E29-9B31-42342A0F8D79}" srcOrd="14" destOrd="0" presId="urn:microsoft.com/office/officeart/2005/8/layout/vList2"/>
    <dgm:cxn modelId="{6AA04586-C7EE-46FC-9020-2758AA2C93E3}" type="presParOf" srcId="{14ADE914-DB25-4C2B-8280-8A201A6EB66F}" destId="{858590DD-3C27-4550-81E5-AC3DE9237C58}" srcOrd="15" destOrd="0" presId="urn:microsoft.com/office/officeart/2005/8/layout/vList2"/>
    <dgm:cxn modelId="{D2BBA367-1FF9-48BF-8432-84DCC3DC68B9}" type="presParOf" srcId="{14ADE914-DB25-4C2B-8280-8A201A6EB66F}" destId="{8C726BCD-AB1D-4D01-80E6-9DA4A36DF33C}" srcOrd="16" destOrd="0" presId="urn:microsoft.com/office/officeart/2005/8/layout/vList2"/>
    <dgm:cxn modelId="{25AEB7E8-9AAD-453C-BEF0-88851A80CAE4}" type="presParOf" srcId="{14ADE914-DB25-4C2B-8280-8A201A6EB66F}" destId="{6AAD56E2-2693-47FB-80C3-8B6AC5FC99CA}" srcOrd="17" destOrd="0" presId="urn:microsoft.com/office/officeart/2005/8/layout/vList2"/>
    <dgm:cxn modelId="{2F2E1196-7728-459A-9003-4BEF8F1925A1}" type="presParOf" srcId="{14ADE914-DB25-4C2B-8280-8A201A6EB66F}" destId="{97A7E820-E2C9-4E1D-B572-33CA73CE56F3}"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76759-2E33-4EEA-92A5-5F08D522F3C0}">
      <dsp:nvSpPr>
        <dsp:cNvPr id="0" name=""/>
        <dsp:cNvSpPr/>
      </dsp:nvSpPr>
      <dsp:spPr>
        <a:xfrm>
          <a:off x="0" y="229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INTRODUCTION</a:t>
          </a:r>
          <a:endParaRPr lang="en-US" sz="1900" kern="1200" dirty="0">
            <a:solidFill>
              <a:srgbClr val="002060"/>
            </a:solidFill>
          </a:endParaRPr>
        </a:p>
      </dsp:txBody>
      <dsp:txXfrm>
        <a:off x="21704" y="23994"/>
        <a:ext cx="9127096" cy="401192"/>
      </dsp:txXfrm>
    </dsp:sp>
    <dsp:sp modelId="{F2684634-0C16-45E8-BF59-496AA5FE0EBD}">
      <dsp:nvSpPr>
        <dsp:cNvPr id="0" name=""/>
        <dsp:cNvSpPr/>
      </dsp:nvSpPr>
      <dsp:spPr>
        <a:xfrm>
          <a:off x="0" y="50161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MOTIVATION</a:t>
          </a:r>
          <a:endParaRPr lang="en-US" sz="1900" kern="1200" dirty="0">
            <a:solidFill>
              <a:srgbClr val="002060"/>
            </a:solidFill>
          </a:endParaRPr>
        </a:p>
      </dsp:txBody>
      <dsp:txXfrm>
        <a:off x="21704" y="523314"/>
        <a:ext cx="9127096" cy="401192"/>
      </dsp:txXfrm>
    </dsp:sp>
    <dsp:sp modelId="{C26C0348-856E-49A8-984F-05EA9F022BD4}">
      <dsp:nvSpPr>
        <dsp:cNvPr id="0" name=""/>
        <dsp:cNvSpPr/>
      </dsp:nvSpPr>
      <dsp:spPr>
        <a:xfrm>
          <a:off x="0" y="100093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STATEMENT OF PROBLEMS</a:t>
          </a:r>
          <a:endParaRPr lang="en-US" sz="1900" kern="1200" dirty="0">
            <a:solidFill>
              <a:srgbClr val="002060"/>
            </a:solidFill>
          </a:endParaRPr>
        </a:p>
      </dsp:txBody>
      <dsp:txXfrm>
        <a:off x="21704" y="1022634"/>
        <a:ext cx="9127096" cy="401192"/>
      </dsp:txXfrm>
    </dsp:sp>
    <dsp:sp modelId="{DFA0F5B6-BC64-4FBD-B6D8-09E9889A35C8}">
      <dsp:nvSpPr>
        <dsp:cNvPr id="0" name=""/>
        <dsp:cNvSpPr/>
      </dsp:nvSpPr>
      <dsp:spPr>
        <a:xfrm>
          <a:off x="0" y="150025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OBJECTIVE</a:t>
          </a:r>
          <a:endParaRPr lang="en-US" sz="1900" kern="1200" dirty="0">
            <a:solidFill>
              <a:srgbClr val="002060"/>
            </a:solidFill>
          </a:endParaRPr>
        </a:p>
      </dsp:txBody>
      <dsp:txXfrm>
        <a:off x="21704" y="1521954"/>
        <a:ext cx="9127096" cy="401192"/>
      </dsp:txXfrm>
    </dsp:sp>
    <dsp:sp modelId="{84B9D6BE-9041-4832-AF12-A331DCBA77A8}">
      <dsp:nvSpPr>
        <dsp:cNvPr id="0" name=""/>
        <dsp:cNvSpPr/>
      </dsp:nvSpPr>
      <dsp:spPr>
        <a:xfrm>
          <a:off x="0" y="199957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SCOPE AND APPLICATION</a:t>
          </a:r>
          <a:endParaRPr lang="en-US" sz="1900" kern="1200" dirty="0">
            <a:solidFill>
              <a:srgbClr val="002060"/>
            </a:solidFill>
          </a:endParaRPr>
        </a:p>
      </dsp:txBody>
      <dsp:txXfrm>
        <a:off x="21704" y="2021274"/>
        <a:ext cx="9127096" cy="401192"/>
      </dsp:txXfrm>
    </dsp:sp>
    <dsp:sp modelId="{ADC6032E-C837-4A70-AD2D-208D955C9100}">
      <dsp:nvSpPr>
        <dsp:cNvPr id="0" name=""/>
        <dsp:cNvSpPr/>
      </dsp:nvSpPr>
      <dsp:spPr>
        <a:xfrm>
          <a:off x="0" y="249889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LITERATURE REVIEW</a:t>
          </a:r>
          <a:endParaRPr lang="en-US" sz="1900" kern="1200" dirty="0">
            <a:solidFill>
              <a:srgbClr val="002060"/>
            </a:solidFill>
          </a:endParaRPr>
        </a:p>
      </dsp:txBody>
      <dsp:txXfrm>
        <a:off x="21704" y="2520594"/>
        <a:ext cx="9127096" cy="401192"/>
      </dsp:txXfrm>
    </dsp:sp>
    <dsp:sp modelId="{F934A5B9-9E29-4BB1-B872-29E2747F2E38}">
      <dsp:nvSpPr>
        <dsp:cNvPr id="0" name=""/>
        <dsp:cNvSpPr/>
      </dsp:nvSpPr>
      <dsp:spPr>
        <a:xfrm>
          <a:off x="0" y="299821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GENERIC MODEL</a:t>
          </a:r>
          <a:endParaRPr lang="en-US" sz="1900" kern="1200" dirty="0">
            <a:solidFill>
              <a:srgbClr val="002060"/>
            </a:solidFill>
          </a:endParaRPr>
        </a:p>
      </dsp:txBody>
      <dsp:txXfrm>
        <a:off x="21704" y="3019914"/>
        <a:ext cx="9127096" cy="401192"/>
      </dsp:txXfrm>
    </dsp:sp>
    <dsp:sp modelId="{90BADC02-0F11-4E29-9B31-42342A0F8D79}">
      <dsp:nvSpPr>
        <dsp:cNvPr id="0" name=""/>
        <dsp:cNvSpPr/>
      </dsp:nvSpPr>
      <dsp:spPr>
        <a:xfrm>
          <a:off x="0" y="349753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FLOWCHART</a:t>
          </a:r>
          <a:endParaRPr lang="en-US" sz="1900" kern="1200" dirty="0">
            <a:solidFill>
              <a:srgbClr val="002060"/>
            </a:solidFill>
          </a:endParaRPr>
        </a:p>
      </dsp:txBody>
      <dsp:txXfrm>
        <a:off x="21704" y="3519234"/>
        <a:ext cx="9127096" cy="401192"/>
      </dsp:txXfrm>
    </dsp:sp>
    <dsp:sp modelId="{8C726BCD-AB1D-4D01-80E6-9DA4A36DF33C}">
      <dsp:nvSpPr>
        <dsp:cNvPr id="0" name=""/>
        <dsp:cNvSpPr/>
      </dsp:nvSpPr>
      <dsp:spPr>
        <a:xfrm>
          <a:off x="0" y="399685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RESULT AND DISCUSSION</a:t>
          </a:r>
          <a:endParaRPr lang="en-US" sz="1900" kern="1200" dirty="0">
            <a:solidFill>
              <a:srgbClr val="002060"/>
            </a:solidFill>
          </a:endParaRPr>
        </a:p>
      </dsp:txBody>
      <dsp:txXfrm>
        <a:off x="21704" y="4018554"/>
        <a:ext cx="9127096" cy="401192"/>
      </dsp:txXfrm>
    </dsp:sp>
    <dsp:sp modelId="{97A7E820-E2C9-4E1D-B572-33CA73CE56F3}">
      <dsp:nvSpPr>
        <dsp:cNvPr id="0" name=""/>
        <dsp:cNvSpPr/>
      </dsp:nvSpPr>
      <dsp:spPr>
        <a:xfrm>
          <a:off x="0" y="4496170"/>
          <a:ext cx="9170504" cy="444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b="0" i="0" kern="1200" dirty="0">
              <a:solidFill>
                <a:srgbClr val="002060"/>
              </a:solidFill>
            </a:rPr>
            <a:t>CONCLUSION</a:t>
          </a:r>
          <a:endParaRPr lang="en-US" sz="1900" kern="1200" dirty="0">
            <a:solidFill>
              <a:srgbClr val="002060"/>
            </a:solidFill>
          </a:endParaRPr>
        </a:p>
      </dsp:txBody>
      <dsp:txXfrm>
        <a:off x="21704" y="4517874"/>
        <a:ext cx="9127096" cy="4011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rot="862940">
            <a:off x="4125178" y="390146"/>
            <a:ext cx="3941645" cy="3842509"/>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FFFE0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0" name="Google Shape;10;p2"/>
          <p:cNvSpPr/>
          <p:nvPr/>
        </p:nvSpPr>
        <p:spPr>
          <a:xfrm>
            <a:off x="1" y="5359399"/>
            <a:ext cx="12192116" cy="1498596"/>
          </a:xfrm>
          <a:custGeom>
            <a:avLst/>
            <a:gdLst/>
            <a:ahLst/>
            <a:cxnLst/>
            <a:rect l="l" t="t" r="r" b="b"/>
            <a:pathLst>
              <a:path w="84642" h="10217" extrusionOk="0">
                <a:moveTo>
                  <a:pt x="46248" y="1"/>
                </a:moveTo>
                <a:cubicBezTo>
                  <a:pt x="40281" y="1"/>
                  <a:pt x="34123" y="207"/>
                  <a:pt x="28178" y="739"/>
                </a:cubicBezTo>
                <a:cubicBezTo>
                  <a:pt x="7580" y="2564"/>
                  <a:pt x="1" y="10217"/>
                  <a:pt x="1" y="10217"/>
                </a:cubicBezTo>
                <a:lnTo>
                  <a:pt x="84642" y="10217"/>
                </a:lnTo>
                <a:lnTo>
                  <a:pt x="84642" y="2380"/>
                </a:lnTo>
                <a:cubicBezTo>
                  <a:pt x="84642" y="2380"/>
                  <a:pt x="66547" y="1"/>
                  <a:pt x="46248" y="1"/>
                </a:cubicBezTo>
                <a:close/>
              </a:path>
            </a:pathLst>
          </a:custGeom>
          <a:solidFill>
            <a:srgbClr val="EFEFE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t>                      </a:t>
            </a:r>
            <a:endParaRPr sz="2400" dirty="0"/>
          </a:p>
        </p:txBody>
      </p:sp>
      <p:sp>
        <p:nvSpPr>
          <p:cNvPr id="11" name="Google Shape;11;p2"/>
          <p:cNvSpPr/>
          <p:nvPr/>
        </p:nvSpPr>
        <p:spPr>
          <a:xfrm rot="-1513838">
            <a:off x="-4795615" y="-3861980"/>
            <a:ext cx="8585289" cy="7192947"/>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2" name="Google Shape;12;p2"/>
          <p:cNvSpPr txBox="1">
            <a:spLocks noGrp="1"/>
          </p:cNvSpPr>
          <p:nvPr>
            <p:ph type="subTitle" idx="1"/>
          </p:nvPr>
        </p:nvSpPr>
        <p:spPr>
          <a:xfrm flipH="1">
            <a:off x="4431800" y="4173671"/>
            <a:ext cx="3328400" cy="8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3"/>
              </a:buClr>
              <a:buSzPts val="2800"/>
              <a:buNone/>
              <a:defRPr sz="20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3" name="Google Shape;13;p2"/>
          <p:cNvSpPr txBox="1">
            <a:spLocks noGrp="1"/>
          </p:cNvSpPr>
          <p:nvPr>
            <p:ph type="ctrTitle"/>
          </p:nvPr>
        </p:nvSpPr>
        <p:spPr>
          <a:xfrm flipH="1">
            <a:off x="3523400" y="928400"/>
            <a:ext cx="5145200" cy="29692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SzPts val="5200"/>
              <a:buFont typeface="Pacifico"/>
              <a:buNone/>
              <a:defRPr sz="7600">
                <a:latin typeface="Gochi Hand"/>
                <a:ea typeface="Gochi Hand"/>
                <a:cs typeface="Gochi Hand"/>
                <a:sym typeface="Gochi Hand"/>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grpSp>
        <p:nvGrpSpPr>
          <p:cNvPr id="14" name="Google Shape;14;p2"/>
          <p:cNvGrpSpPr/>
          <p:nvPr/>
        </p:nvGrpSpPr>
        <p:grpSpPr>
          <a:xfrm rot="-476965">
            <a:off x="10950983" y="3584735"/>
            <a:ext cx="1464055" cy="2464528"/>
            <a:chOff x="2867898" y="2214162"/>
            <a:chExt cx="1098031" cy="1848379"/>
          </a:xfrm>
        </p:grpSpPr>
        <p:sp>
          <p:nvSpPr>
            <p:cNvPr id="15" name="Google Shape;15;p2"/>
            <p:cNvSpPr/>
            <p:nvPr/>
          </p:nvSpPr>
          <p:spPr>
            <a:xfrm>
              <a:off x="2900273" y="39101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6" name="Google Shape;16;p2"/>
            <p:cNvSpPr/>
            <p:nvPr/>
          </p:nvSpPr>
          <p:spPr>
            <a:xfrm>
              <a:off x="3598673" y="30194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7" name="Google Shape;17;p2"/>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8" name="Google Shape;18;p2"/>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9" name="Google Shape;19;p2"/>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0" name="Google Shape;20;p2"/>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 name="Google Shape;21;p2"/>
            <p:cNvSpPr/>
            <p:nvPr/>
          </p:nvSpPr>
          <p:spPr>
            <a:xfrm>
              <a:off x="3380573" y="36480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75652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0"/>
        <p:cNvGrpSpPr/>
        <p:nvPr/>
      </p:nvGrpSpPr>
      <p:grpSpPr>
        <a:xfrm>
          <a:off x="0" y="0"/>
          <a:ext cx="0" cy="0"/>
          <a:chOff x="0" y="0"/>
          <a:chExt cx="0" cy="0"/>
        </a:xfrm>
      </p:grpSpPr>
      <p:sp>
        <p:nvSpPr>
          <p:cNvPr id="211" name="Google Shape;211;p4"/>
          <p:cNvSpPr txBox="1">
            <a:spLocks noGrp="1"/>
          </p:cNvSpPr>
          <p:nvPr>
            <p:ph type="body" idx="1"/>
          </p:nvPr>
        </p:nvSpPr>
        <p:spPr>
          <a:xfrm>
            <a:off x="807400" y="1059633"/>
            <a:ext cx="10597200" cy="5575200"/>
          </a:xfrm>
          <a:prstGeom prst="rect">
            <a:avLst/>
          </a:prstGeom>
        </p:spPr>
        <p:txBody>
          <a:bodyPr spcFirstLastPara="1" wrap="square" lIns="91425" tIns="91425" rIns="91425" bIns="91425" anchor="ctr" anchorCtr="0">
            <a:noAutofit/>
          </a:bodyPr>
          <a:lstStyle>
            <a:lvl1pPr marL="609585" lvl="0" indent="-397923" rtl="0">
              <a:lnSpc>
                <a:spcPct val="100000"/>
              </a:lnSpc>
              <a:spcBef>
                <a:spcPts val="0"/>
              </a:spcBef>
              <a:spcAft>
                <a:spcPts val="0"/>
              </a:spcAft>
              <a:buClr>
                <a:schemeClr val="dk1"/>
              </a:buClr>
              <a:buSzPts val="1100"/>
              <a:buAutoNum type="arabicPeriod"/>
              <a:defRPr sz="1600"/>
            </a:lvl1pPr>
            <a:lvl2pPr marL="1219170" lvl="1" indent="-397923" rtl="0">
              <a:spcBef>
                <a:spcPts val="0"/>
              </a:spcBef>
              <a:spcAft>
                <a:spcPts val="0"/>
              </a:spcAft>
              <a:buClr>
                <a:schemeClr val="dk1"/>
              </a:buClr>
              <a:buSzPts val="1100"/>
              <a:buAutoNum type="alphaLcPeriod"/>
              <a:defRPr/>
            </a:lvl2pPr>
            <a:lvl3pPr marL="1828754" lvl="2" indent="-397923" rtl="0">
              <a:spcBef>
                <a:spcPts val="2133"/>
              </a:spcBef>
              <a:spcAft>
                <a:spcPts val="0"/>
              </a:spcAft>
              <a:buClr>
                <a:schemeClr val="dk1"/>
              </a:buClr>
              <a:buSzPts val="1100"/>
              <a:buAutoNum type="romanLcPeriod"/>
              <a:defRPr/>
            </a:lvl3pPr>
            <a:lvl4pPr marL="2438339" lvl="3" indent="-397923" rtl="0">
              <a:spcBef>
                <a:spcPts val="2133"/>
              </a:spcBef>
              <a:spcAft>
                <a:spcPts val="0"/>
              </a:spcAft>
              <a:buClr>
                <a:schemeClr val="dk1"/>
              </a:buClr>
              <a:buSzPts val="1100"/>
              <a:buAutoNum type="arabicPeriod"/>
              <a:defRPr/>
            </a:lvl4pPr>
            <a:lvl5pPr marL="3047924" lvl="4" indent="-397923" rtl="0">
              <a:spcBef>
                <a:spcPts val="2133"/>
              </a:spcBef>
              <a:spcAft>
                <a:spcPts val="0"/>
              </a:spcAft>
              <a:buClr>
                <a:schemeClr val="dk1"/>
              </a:buClr>
              <a:buSzPts val="1100"/>
              <a:buAutoNum type="alphaLcPeriod"/>
              <a:defRPr/>
            </a:lvl5pPr>
            <a:lvl6pPr marL="3657509" lvl="5" indent="-397923" rtl="0">
              <a:spcBef>
                <a:spcPts val="2133"/>
              </a:spcBef>
              <a:spcAft>
                <a:spcPts val="0"/>
              </a:spcAft>
              <a:buClr>
                <a:schemeClr val="dk1"/>
              </a:buClr>
              <a:buSzPts val="1100"/>
              <a:buAutoNum type="romanLcPeriod"/>
              <a:defRPr/>
            </a:lvl6pPr>
            <a:lvl7pPr marL="4267093" lvl="6" indent="-397923" rtl="0">
              <a:spcBef>
                <a:spcPts val="2133"/>
              </a:spcBef>
              <a:spcAft>
                <a:spcPts val="0"/>
              </a:spcAft>
              <a:buClr>
                <a:schemeClr val="dk1"/>
              </a:buClr>
              <a:buSzPts val="1100"/>
              <a:buAutoNum type="arabicPeriod"/>
              <a:defRPr/>
            </a:lvl7pPr>
            <a:lvl8pPr marL="4876678" lvl="7" indent="-397923" rtl="0">
              <a:spcBef>
                <a:spcPts val="2133"/>
              </a:spcBef>
              <a:spcAft>
                <a:spcPts val="0"/>
              </a:spcAft>
              <a:buClr>
                <a:schemeClr val="dk1"/>
              </a:buClr>
              <a:buSzPts val="1100"/>
              <a:buAutoNum type="alphaLcPeriod"/>
              <a:defRPr/>
            </a:lvl8pPr>
            <a:lvl9pPr marL="5486263" lvl="8" indent="-397923" rtl="0">
              <a:spcBef>
                <a:spcPts val="2133"/>
              </a:spcBef>
              <a:spcAft>
                <a:spcPts val="2133"/>
              </a:spcAft>
              <a:buClr>
                <a:schemeClr val="dk1"/>
              </a:buClr>
              <a:buSzPts val="1100"/>
              <a:buAutoNum type="romanLcPeriod"/>
              <a:defRPr/>
            </a:lvl9pPr>
          </a:lstStyle>
          <a:p>
            <a:pPr lvl="0"/>
            <a:r>
              <a:rPr lang="en-US"/>
              <a:t>Click to edit Master text styles</a:t>
            </a:r>
          </a:p>
        </p:txBody>
      </p:sp>
      <p:sp>
        <p:nvSpPr>
          <p:cNvPr id="212" name="Google Shape;212;p4"/>
          <p:cNvSpPr txBox="1">
            <a:spLocks noGrp="1"/>
          </p:cNvSpPr>
          <p:nvPr>
            <p:ph type="title"/>
          </p:nvPr>
        </p:nvSpPr>
        <p:spPr>
          <a:xfrm>
            <a:off x="835500" y="516133"/>
            <a:ext cx="10272400" cy="6396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6000">
                <a:latin typeface="Gochi Hand"/>
                <a:ea typeface="Gochi Hand"/>
                <a:cs typeface="Gochi Hand"/>
                <a:sym typeface="Gochi Hand"/>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Tree>
    <p:extLst>
      <p:ext uri="{BB962C8B-B14F-4D97-AF65-F5344CB8AC3E}">
        <p14:creationId xmlns:p14="http://schemas.microsoft.com/office/powerpoint/2010/main" val="2867229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13"/>
        <p:cNvGrpSpPr/>
        <p:nvPr/>
      </p:nvGrpSpPr>
      <p:grpSpPr>
        <a:xfrm>
          <a:off x="0" y="0"/>
          <a:ext cx="0" cy="0"/>
          <a:chOff x="0" y="0"/>
          <a:chExt cx="0" cy="0"/>
        </a:xfrm>
      </p:grpSpPr>
      <p:sp>
        <p:nvSpPr>
          <p:cNvPr id="214" name="Google Shape;214;p5"/>
          <p:cNvSpPr/>
          <p:nvPr/>
        </p:nvSpPr>
        <p:spPr>
          <a:xfrm rot="-1157424">
            <a:off x="-4013053" y="-1866572"/>
            <a:ext cx="8585425" cy="7192879"/>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90E0E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215" name="Google Shape;215;p5"/>
          <p:cNvGrpSpPr/>
          <p:nvPr/>
        </p:nvGrpSpPr>
        <p:grpSpPr>
          <a:xfrm rot="-476965">
            <a:off x="-149517" y="4304068"/>
            <a:ext cx="1464055" cy="2464528"/>
            <a:chOff x="2867898" y="2214162"/>
            <a:chExt cx="1098031" cy="1848379"/>
          </a:xfrm>
        </p:grpSpPr>
        <p:sp>
          <p:nvSpPr>
            <p:cNvPr id="216" name="Google Shape;216;p5"/>
            <p:cNvSpPr/>
            <p:nvPr/>
          </p:nvSpPr>
          <p:spPr>
            <a:xfrm>
              <a:off x="2900273" y="39101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7" name="Google Shape;217;p5"/>
            <p:cNvSpPr/>
            <p:nvPr/>
          </p:nvSpPr>
          <p:spPr>
            <a:xfrm>
              <a:off x="3598673" y="30194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8" name="Google Shape;218;p5"/>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19" name="Google Shape;219;p5"/>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0" name="Google Shape;220;p5"/>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1" name="Google Shape;221;p5"/>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22" name="Google Shape;222;p5"/>
            <p:cNvSpPr/>
            <p:nvPr/>
          </p:nvSpPr>
          <p:spPr>
            <a:xfrm>
              <a:off x="3380573" y="36480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223" name="Google Shape;223;p5"/>
          <p:cNvSpPr txBox="1">
            <a:spLocks noGrp="1"/>
          </p:cNvSpPr>
          <p:nvPr>
            <p:ph type="ctrTitle"/>
          </p:nvPr>
        </p:nvSpPr>
        <p:spPr>
          <a:xfrm flipH="1">
            <a:off x="1055821" y="2603660"/>
            <a:ext cx="31120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32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en-US"/>
              <a:t>Click to edit Master title style</a:t>
            </a:r>
            <a:endParaRPr/>
          </a:p>
        </p:txBody>
      </p:sp>
      <p:sp>
        <p:nvSpPr>
          <p:cNvPr id="224" name="Google Shape;224;p5"/>
          <p:cNvSpPr txBox="1">
            <a:spLocks noGrp="1"/>
          </p:cNvSpPr>
          <p:nvPr>
            <p:ph type="subTitle" idx="1"/>
          </p:nvPr>
        </p:nvSpPr>
        <p:spPr>
          <a:xfrm flipH="1">
            <a:off x="937567" y="3604533"/>
            <a:ext cx="4915600" cy="848400"/>
          </a:xfrm>
          <a:prstGeom prst="rect">
            <a:avLst/>
          </a:prstGeom>
        </p:spPr>
        <p:txBody>
          <a:bodyPr spcFirstLastPara="1" wrap="square" lIns="91425" tIns="91425" rIns="91425" bIns="91425" anchor="t" anchorCtr="0">
            <a:noAutofit/>
          </a:bodyPr>
          <a:lstStyle>
            <a:lvl1pPr marR="67732" lvl="0" rtl="0">
              <a:lnSpc>
                <a:spcPct val="100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r>
              <a:rPr lang="en-US"/>
              <a:t>Click to edit Master subtitle style</a:t>
            </a:r>
            <a:endParaRPr/>
          </a:p>
        </p:txBody>
      </p:sp>
      <p:sp>
        <p:nvSpPr>
          <p:cNvPr id="225" name="Google Shape;225;p5"/>
          <p:cNvSpPr txBox="1">
            <a:spLocks noGrp="1"/>
          </p:cNvSpPr>
          <p:nvPr>
            <p:ph type="ctrTitle" idx="2"/>
          </p:nvPr>
        </p:nvSpPr>
        <p:spPr>
          <a:xfrm flipH="1">
            <a:off x="6259980" y="2251800"/>
            <a:ext cx="3112000" cy="7704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32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en-US"/>
              <a:t>Click to edit Master title style</a:t>
            </a:r>
            <a:endParaRPr/>
          </a:p>
        </p:txBody>
      </p:sp>
      <p:sp>
        <p:nvSpPr>
          <p:cNvPr id="226" name="Google Shape;226;p5"/>
          <p:cNvSpPr txBox="1">
            <a:spLocks noGrp="1"/>
          </p:cNvSpPr>
          <p:nvPr>
            <p:ph type="subTitle" idx="3"/>
          </p:nvPr>
        </p:nvSpPr>
        <p:spPr>
          <a:xfrm flipH="1">
            <a:off x="6096000" y="3604533"/>
            <a:ext cx="5158400" cy="84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r>
              <a:rPr lang="en-US"/>
              <a:t>Click to edit Master subtitle style</a:t>
            </a:r>
            <a:endParaRPr/>
          </a:p>
        </p:txBody>
      </p:sp>
      <p:sp>
        <p:nvSpPr>
          <p:cNvPr id="227" name="Google Shape;227;p5"/>
          <p:cNvSpPr txBox="1">
            <a:spLocks noGrp="1"/>
          </p:cNvSpPr>
          <p:nvPr>
            <p:ph type="title" idx="4"/>
          </p:nvPr>
        </p:nvSpPr>
        <p:spPr>
          <a:xfrm>
            <a:off x="813228" y="593367"/>
            <a:ext cx="10294800" cy="763600"/>
          </a:xfrm>
          <a:prstGeom prst="rect">
            <a:avLst/>
          </a:prstGeom>
        </p:spPr>
        <p:txBody>
          <a:bodyPr spcFirstLastPara="1" wrap="square" lIns="91425" tIns="91425" rIns="91425" bIns="91425" anchor="ctr" anchorCtr="0">
            <a:noAutofit/>
          </a:bodyPr>
          <a:lstStyle>
            <a:lvl1pPr lvl="0" rtl="0">
              <a:spcBef>
                <a:spcPts val="0"/>
              </a:spcBef>
              <a:spcAft>
                <a:spcPts val="0"/>
              </a:spcAft>
              <a:buSzPts val="4500"/>
              <a:buNone/>
              <a:defRPr sz="60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Tree>
    <p:extLst>
      <p:ext uri="{BB962C8B-B14F-4D97-AF65-F5344CB8AC3E}">
        <p14:creationId xmlns:p14="http://schemas.microsoft.com/office/powerpoint/2010/main" val="274696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48"/>
        <p:cNvGrpSpPr/>
        <p:nvPr/>
      </p:nvGrpSpPr>
      <p:grpSpPr>
        <a:xfrm>
          <a:off x="0" y="0"/>
          <a:ext cx="0" cy="0"/>
          <a:chOff x="0" y="0"/>
          <a:chExt cx="0" cy="0"/>
        </a:xfrm>
      </p:grpSpPr>
      <p:sp>
        <p:nvSpPr>
          <p:cNvPr id="249" name="Google Shape;249;p7"/>
          <p:cNvSpPr txBox="1">
            <a:spLocks noGrp="1"/>
          </p:cNvSpPr>
          <p:nvPr>
            <p:ph type="title"/>
          </p:nvPr>
        </p:nvSpPr>
        <p:spPr>
          <a:xfrm>
            <a:off x="1223233" y="1562100"/>
            <a:ext cx="4638000" cy="1614400"/>
          </a:xfrm>
          <a:prstGeom prst="rect">
            <a:avLst/>
          </a:prstGeom>
        </p:spPr>
        <p:txBody>
          <a:bodyPr spcFirstLastPara="1" wrap="square" lIns="91425" tIns="91425" rIns="91425" bIns="91425" anchor="ctr" anchorCtr="0">
            <a:noAutofit/>
          </a:bodyPr>
          <a:lstStyle>
            <a:lvl1pPr lvl="0" algn="ctr" rtl="0">
              <a:lnSpc>
                <a:spcPct val="70000"/>
              </a:lnSpc>
              <a:spcBef>
                <a:spcPts val="0"/>
              </a:spcBef>
              <a:spcAft>
                <a:spcPts val="0"/>
              </a:spcAft>
              <a:buSzPts val="3500"/>
              <a:buFont typeface="Source Sans Pro SemiBold"/>
              <a:buNone/>
              <a:defRPr sz="6000" b="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250" name="Google Shape;250;p7"/>
          <p:cNvSpPr txBox="1">
            <a:spLocks noGrp="1"/>
          </p:cNvSpPr>
          <p:nvPr>
            <p:ph type="subTitle" idx="1"/>
          </p:nvPr>
        </p:nvSpPr>
        <p:spPr>
          <a:xfrm flipH="1">
            <a:off x="950800" y="3792467"/>
            <a:ext cx="5145200" cy="14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000"/>
              <a:buNone/>
              <a:defRPr sz="1333"/>
            </a:lvl2pPr>
            <a:lvl3pPr lvl="2" algn="ctr" rtl="0">
              <a:lnSpc>
                <a:spcPct val="100000"/>
              </a:lnSpc>
              <a:spcBef>
                <a:spcPts val="0"/>
              </a:spcBef>
              <a:spcAft>
                <a:spcPts val="0"/>
              </a:spcAft>
              <a:buSzPts val="1000"/>
              <a:buNone/>
              <a:defRPr sz="1333"/>
            </a:lvl3pPr>
            <a:lvl4pPr lvl="3" algn="ctr" rtl="0">
              <a:lnSpc>
                <a:spcPct val="100000"/>
              </a:lnSpc>
              <a:spcBef>
                <a:spcPts val="0"/>
              </a:spcBef>
              <a:spcAft>
                <a:spcPts val="0"/>
              </a:spcAft>
              <a:buSzPts val="1000"/>
              <a:buNone/>
              <a:defRPr sz="1333"/>
            </a:lvl4pPr>
            <a:lvl5pPr lvl="4" algn="ctr" rtl="0">
              <a:lnSpc>
                <a:spcPct val="100000"/>
              </a:lnSpc>
              <a:spcBef>
                <a:spcPts val="0"/>
              </a:spcBef>
              <a:spcAft>
                <a:spcPts val="0"/>
              </a:spcAft>
              <a:buSzPts val="1000"/>
              <a:buNone/>
              <a:defRPr sz="1333"/>
            </a:lvl5pPr>
            <a:lvl6pPr lvl="5" algn="ctr" rtl="0">
              <a:lnSpc>
                <a:spcPct val="100000"/>
              </a:lnSpc>
              <a:spcBef>
                <a:spcPts val="0"/>
              </a:spcBef>
              <a:spcAft>
                <a:spcPts val="0"/>
              </a:spcAft>
              <a:buSzPts val="1000"/>
              <a:buNone/>
              <a:defRPr sz="1333"/>
            </a:lvl6pPr>
            <a:lvl7pPr lvl="6" algn="ctr" rtl="0">
              <a:lnSpc>
                <a:spcPct val="100000"/>
              </a:lnSpc>
              <a:spcBef>
                <a:spcPts val="0"/>
              </a:spcBef>
              <a:spcAft>
                <a:spcPts val="0"/>
              </a:spcAft>
              <a:buSzPts val="1000"/>
              <a:buNone/>
              <a:defRPr sz="1333"/>
            </a:lvl7pPr>
            <a:lvl8pPr lvl="7" algn="ctr" rtl="0">
              <a:lnSpc>
                <a:spcPct val="100000"/>
              </a:lnSpc>
              <a:spcBef>
                <a:spcPts val="0"/>
              </a:spcBef>
              <a:spcAft>
                <a:spcPts val="0"/>
              </a:spcAft>
              <a:buSzPts val="1000"/>
              <a:buNone/>
              <a:defRPr sz="1333"/>
            </a:lvl8pPr>
            <a:lvl9pPr lvl="8" algn="ctr" rtl="0">
              <a:lnSpc>
                <a:spcPct val="100000"/>
              </a:lnSpc>
              <a:spcBef>
                <a:spcPts val="0"/>
              </a:spcBef>
              <a:spcAft>
                <a:spcPts val="0"/>
              </a:spcAft>
              <a:buSzPts val="1000"/>
              <a:buNone/>
              <a:defRPr sz="1333"/>
            </a:lvl9pPr>
          </a:lstStyle>
          <a:p>
            <a:r>
              <a:rPr lang="en-US"/>
              <a:t>Click to edit Master subtitle style</a:t>
            </a:r>
            <a:endParaRPr/>
          </a:p>
        </p:txBody>
      </p:sp>
      <p:grpSp>
        <p:nvGrpSpPr>
          <p:cNvPr id="251" name="Google Shape;251;p7"/>
          <p:cNvGrpSpPr/>
          <p:nvPr/>
        </p:nvGrpSpPr>
        <p:grpSpPr>
          <a:xfrm>
            <a:off x="-424186" y="4393490"/>
            <a:ext cx="1464041" cy="2464505"/>
            <a:chOff x="2867898" y="2214162"/>
            <a:chExt cx="1098031" cy="1848379"/>
          </a:xfrm>
        </p:grpSpPr>
        <p:sp>
          <p:nvSpPr>
            <p:cNvPr id="252" name="Google Shape;252;p7"/>
            <p:cNvSpPr/>
            <p:nvPr/>
          </p:nvSpPr>
          <p:spPr>
            <a:xfrm>
              <a:off x="2900273" y="39101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3" name="Google Shape;253;p7"/>
            <p:cNvSpPr/>
            <p:nvPr/>
          </p:nvSpPr>
          <p:spPr>
            <a:xfrm>
              <a:off x="3598673" y="30194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4" name="Google Shape;254;p7"/>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5" name="Google Shape;255;p7"/>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6" name="Google Shape;256;p7"/>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7" name="Google Shape;257;p7"/>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58" name="Google Shape;258;p7"/>
            <p:cNvSpPr/>
            <p:nvPr/>
          </p:nvSpPr>
          <p:spPr>
            <a:xfrm>
              <a:off x="3380573" y="36480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1551816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62"/>
        <p:cNvGrpSpPr/>
        <p:nvPr/>
      </p:nvGrpSpPr>
      <p:grpSpPr>
        <a:xfrm>
          <a:off x="0" y="0"/>
          <a:ext cx="0" cy="0"/>
          <a:chOff x="0" y="0"/>
          <a:chExt cx="0" cy="0"/>
        </a:xfrm>
      </p:grpSpPr>
      <p:sp>
        <p:nvSpPr>
          <p:cNvPr id="263" name="Google Shape;263;p9"/>
          <p:cNvSpPr txBox="1">
            <a:spLocks noGrp="1"/>
          </p:cNvSpPr>
          <p:nvPr>
            <p:ph type="title"/>
          </p:nvPr>
        </p:nvSpPr>
        <p:spPr>
          <a:xfrm>
            <a:off x="959667" y="2755300"/>
            <a:ext cx="5244800" cy="2427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4200"/>
              <a:buNone/>
              <a:defRPr sz="5600"/>
            </a:lvl2pPr>
            <a:lvl3pPr lvl="2" rtl="0">
              <a:spcBef>
                <a:spcPts val="0"/>
              </a:spcBef>
              <a:spcAft>
                <a:spcPts val="0"/>
              </a:spcAft>
              <a:buSzPts val="4200"/>
              <a:buNone/>
              <a:defRPr sz="5600"/>
            </a:lvl3pPr>
            <a:lvl4pPr lvl="3" rtl="0">
              <a:spcBef>
                <a:spcPts val="0"/>
              </a:spcBef>
              <a:spcAft>
                <a:spcPts val="0"/>
              </a:spcAft>
              <a:buSzPts val="4200"/>
              <a:buNone/>
              <a:defRPr sz="5600"/>
            </a:lvl4pPr>
            <a:lvl5pPr lvl="4" rtl="0">
              <a:spcBef>
                <a:spcPts val="0"/>
              </a:spcBef>
              <a:spcAft>
                <a:spcPts val="0"/>
              </a:spcAft>
              <a:buSzPts val="4200"/>
              <a:buNone/>
              <a:defRPr sz="5600"/>
            </a:lvl5pPr>
            <a:lvl6pPr lvl="5" rtl="0">
              <a:spcBef>
                <a:spcPts val="0"/>
              </a:spcBef>
              <a:spcAft>
                <a:spcPts val="0"/>
              </a:spcAft>
              <a:buSzPts val="4200"/>
              <a:buNone/>
              <a:defRPr sz="5600"/>
            </a:lvl6pPr>
            <a:lvl7pPr lvl="6" rtl="0">
              <a:spcBef>
                <a:spcPts val="0"/>
              </a:spcBef>
              <a:spcAft>
                <a:spcPts val="0"/>
              </a:spcAft>
              <a:buSzPts val="4200"/>
              <a:buNone/>
              <a:defRPr sz="5600"/>
            </a:lvl7pPr>
            <a:lvl8pPr lvl="7" rtl="0">
              <a:spcBef>
                <a:spcPts val="0"/>
              </a:spcBef>
              <a:spcAft>
                <a:spcPts val="0"/>
              </a:spcAft>
              <a:buSzPts val="4200"/>
              <a:buNone/>
              <a:defRPr sz="5600"/>
            </a:lvl8pPr>
            <a:lvl9pPr lvl="8" rtl="0">
              <a:spcBef>
                <a:spcPts val="0"/>
              </a:spcBef>
              <a:spcAft>
                <a:spcPts val="0"/>
              </a:spcAft>
              <a:buSzPts val="4200"/>
              <a:buNone/>
              <a:defRPr sz="5600"/>
            </a:lvl9pPr>
          </a:lstStyle>
          <a:p>
            <a:r>
              <a:rPr lang="en-US"/>
              <a:t>Click to edit Master title style</a:t>
            </a:r>
            <a:endParaRPr/>
          </a:p>
        </p:txBody>
      </p:sp>
      <p:sp>
        <p:nvSpPr>
          <p:cNvPr id="264" name="Google Shape;264;p9"/>
          <p:cNvSpPr txBox="1">
            <a:spLocks noGrp="1"/>
          </p:cNvSpPr>
          <p:nvPr>
            <p:ph type="subTitle" idx="1"/>
          </p:nvPr>
        </p:nvSpPr>
        <p:spPr>
          <a:xfrm>
            <a:off x="959667" y="5066551"/>
            <a:ext cx="3690800" cy="62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265" name="Google Shape;265;p9"/>
          <p:cNvSpPr txBox="1">
            <a:spLocks noGrp="1"/>
          </p:cNvSpPr>
          <p:nvPr>
            <p:ph type="title" idx="2" hasCustomPrompt="1"/>
          </p:nvPr>
        </p:nvSpPr>
        <p:spPr>
          <a:xfrm flipH="1">
            <a:off x="959667" y="1633400"/>
            <a:ext cx="3072400" cy="1519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9600"/>
            </a:lvl1pPr>
            <a:lvl2pPr lvl="1"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36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375312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66"/>
        <p:cNvGrpSpPr/>
        <p:nvPr/>
      </p:nvGrpSpPr>
      <p:grpSpPr>
        <a:xfrm>
          <a:off x="0" y="0"/>
          <a:ext cx="0" cy="0"/>
          <a:chOff x="0" y="0"/>
          <a:chExt cx="0" cy="0"/>
        </a:xfrm>
      </p:grpSpPr>
      <p:sp>
        <p:nvSpPr>
          <p:cNvPr id="267" name="Google Shape;267;p10"/>
          <p:cNvSpPr/>
          <p:nvPr/>
        </p:nvSpPr>
        <p:spPr>
          <a:xfrm rot="-1157416">
            <a:off x="10531530" y="-4277185"/>
            <a:ext cx="7110964" cy="6932073"/>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268" name="Google Shape;268;p10"/>
          <p:cNvSpPr/>
          <p:nvPr/>
        </p:nvSpPr>
        <p:spPr>
          <a:xfrm rot="-5400000">
            <a:off x="308844" y="-308844"/>
            <a:ext cx="6858000" cy="7475688"/>
          </a:xfrm>
          <a:prstGeom prst="flowChartDocumen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269" name="Google Shape;269;p10"/>
          <p:cNvGrpSpPr/>
          <p:nvPr/>
        </p:nvGrpSpPr>
        <p:grpSpPr>
          <a:xfrm>
            <a:off x="11405847" y="964890"/>
            <a:ext cx="1065308" cy="2579039"/>
            <a:chOff x="2867898" y="2261787"/>
            <a:chExt cx="798981" cy="1934279"/>
          </a:xfrm>
        </p:grpSpPr>
        <p:sp>
          <p:nvSpPr>
            <p:cNvPr id="270" name="Google Shape;270;p10"/>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1" name="Google Shape;271;p10"/>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2" name="Google Shape;272;p10"/>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3" name="Google Shape;273;p10"/>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4" name="Google Shape;274;p10"/>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5" name="Google Shape;275;p10"/>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276" name="Google Shape;276;p10"/>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277" name="Google Shape;277;p10"/>
          <p:cNvSpPr txBox="1">
            <a:spLocks noGrp="1"/>
          </p:cNvSpPr>
          <p:nvPr>
            <p:ph type="title"/>
          </p:nvPr>
        </p:nvSpPr>
        <p:spPr>
          <a:xfrm>
            <a:off x="795467" y="389133"/>
            <a:ext cx="10445600" cy="823600"/>
          </a:xfrm>
          <a:prstGeom prst="rect">
            <a:avLst/>
          </a:prstGeom>
          <a:noFill/>
        </p:spPr>
        <p:txBody>
          <a:bodyPr spcFirstLastPara="1" wrap="square" lIns="91425" tIns="91425" rIns="91425" bIns="91425" anchor="t" anchorCtr="0">
            <a:noAutofit/>
          </a:bodyPr>
          <a:lstStyle>
            <a:lvl1pPr lvl="0" rtl="0">
              <a:lnSpc>
                <a:spcPct val="80000"/>
              </a:lnSpc>
              <a:spcBef>
                <a:spcPts val="0"/>
              </a:spcBef>
              <a:spcAft>
                <a:spcPts val="0"/>
              </a:spcAft>
              <a:buClr>
                <a:schemeClr val="dk1"/>
              </a:buClr>
              <a:buSzPts val="4500"/>
              <a:buNone/>
              <a:defRPr sz="6000">
                <a:solidFill>
                  <a:schemeClr val="dk1"/>
                </a:solidFill>
              </a:defRPr>
            </a:lvl1pPr>
            <a:lvl2pPr lvl="1" algn="ctr" rtl="0">
              <a:spcBef>
                <a:spcPts val="0"/>
              </a:spcBef>
              <a:spcAft>
                <a:spcPts val="0"/>
              </a:spcAft>
              <a:buClr>
                <a:schemeClr val="dk1"/>
              </a:buClr>
              <a:buSzPts val="4200"/>
              <a:buNone/>
              <a:defRPr sz="5600">
                <a:solidFill>
                  <a:schemeClr val="dk1"/>
                </a:solidFill>
              </a:defRPr>
            </a:lvl2pPr>
            <a:lvl3pPr lvl="2" algn="ctr" rtl="0">
              <a:spcBef>
                <a:spcPts val="0"/>
              </a:spcBef>
              <a:spcAft>
                <a:spcPts val="0"/>
              </a:spcAft>
              <a:buClr>
                <a:schemeClr val="dk1"/>
              </a:buClr>
              <a:buSzPts val="4200"/>
              <a:buNone/>
              <a:defRPr sz="5600">
                <a:solidFill>
                  <a:schemeClr val="dk1"/>
                </a:solidFill>
              </a:defRPr>
            </a:lvl3pPr>
            <a:lvl4pPr lvl="3" algn="ctr" rtl="0">
              <a:spcBef>
                <a:spcPts val="0"/>
              </a:spcBef>
              <a:spcAft>
                <a:spcPts val="0"/>
              </a:spcAft>
              <a:buClr>
                <a:schemeClr val="dk1"/>
              </a:buClr>
              <a:buSzPts val="4200"/>
              <a:buNone/>
              <a:defRPr sz="5600">
                <a:solidFill>
                  <a:schemeClr val="dk1"/>
                </a:solidFill>
              </a:defRPr>
            </a:lvl4pPr>
            <a:lvl5pPr lvl="4" algn="ctr" rtl="0">
              <a:spcBef>
                <a:spcPts val="0"/>
              </a:spcBef>
              <a:spcAft>
                <a:spcPts val="0"/>
              </a:spcAft>
              <a:buClr>
                <a:schemeClr val="dk1"/>
              </a:buClr>
              <a:buSzPts val="4200"/>
              <a:buNone/>
              <a:defRPr sz="5600">
                <a:solidFill>
                  <a:schemeClr val="dk1"/>
                </a:solidFill>
              </a:defRPr>
            </a:lvl5pPr>
            <a:lvl6pPr lvl="5" algn="ctr" rtl="0">
              <a:spcBef>
                <a:spcPts val="0"/>
              </a:spcBef>
              <a:spcAft>
                <a:spcPts val="0"/>
              </a:spcAft>
              <a:buClr>
                <a:schemeClr val="dk1"/>
              </a:buClr>
              <a:buSzPts val="4200"/>
              <a:buNone/>
              <a:defRPr sz="5600">
                <a:solidFill>
                  <a:schemeClr val="dk1"/>
                </a:solidFill>
              </a:defRPr>
            </a:lvl6pPr>
            <a:lvl7pPr lvl="6" algn="ctr" rtl="0">
              <a:spcBef>
                <a:spcPts val="0"/>
              </a:spcBef>
              <a:spcAft>
                <a:spcPts val="0"/>
              </a:spcAft>
              <a:buClr>
                <a:schemeClr val="dk1"/>
              </a:buClr>
              <a:buSzPts val="4200"/>
              <a:buNone/>
              <a:defRPr sz="5600">
                <a:solidFill>
                  <a:schemeClr val="dk1"/>
                </a:solidFill>
              </a:defRPr>
            </a:lvl7pPr>
            <a:lvl8pPr lvl="7" algn="ctr" rtl="0">
              <a:spcBef>
                <a:spcPts val="0"/>
              </a:spcBef>
              <a:spcAft>
                <a:spcPts val="0"/>
              </a:spcAft>
              <a:buClr>
                <a:schemeClr val="dk1"/>
              </a:buClr>
              <a:buSzPts val="4200"/>
              <a:buNone/>
              <a:defRPr sz="5600">
                <a:solidFill>
                  <a:schemeClr val="dk1"/>
                </a:solidFill>
              </a:defRPr>
            </a:lvl8pPr>
            <a:lvl9pPr lvl="8" algn="ctr" rtl="0">
              <a:spcBef>
                <a:spcPts val="0"/>
              </a:spcBef>
              <a:spcAft>
                <a:spcPts val="0"/>
              </a:spcAft>
              <a:buClr>
                <a:schemeClr val="dk1"/>
              </a:buClr>
              <a:buSzPts val="4200"/>
              <a:buNone/>
              <a:defRPr sz="5600">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846366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9"/>
        <p:cNvGrpSpPr/>
        <p:nvPr/>
      </p:nvGrpSpPr>
      <p:grpSpPr>
        <a:xfrm>
          <a:off x="0" y="0"/>
          <a:ext cx="0" cy="0"/>
          <a:chOff x="0" y="0"/>
          <a:chExt cx="0" cy="0"/>
        </a:xfrm>
      </p:grpSpPr>
    </p:spTree>
    <p:extLst>
      <p:ext uri="{BB962C8B-B14F-4D97-AF65-F5344CB8AC3E}">
        <p14:creationId xmlns:p14="http://schemas.microsoft.com/office/powerpoint/2010/main" val="2687838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44"/>
        <p:cNvGrpSpPr/>
        <p:nvPr/>
      </p:nvGrpSpPr>
      <p:grpSpPr>
        <a:xfrm>
          <a:off x="0" y="0"/>
          <a:ext cx="0" cy="0"/>
          <a:chOff x="0" y="0"/>
          <a:chExt cx="0" cy="0"/>
        </a:xfrm>
      </p:grpSpPr>
      <p:sp>
        <p:nvSpPr>
          <p:cNvPr id="345" name="Google Shape;345;p15"/>
          <p:cNvSpPr/>
          <p:nvPr/>
        </p:nvSpPr>
        <p:spPr>
          <a:xfrm rot="2478261" flipH="1">
            <a:off x="7134653" y="-1639323"/>
            <a:ext cx="8222433" cy="5525987"/>
          </a:xfrm>
          <a:prstGeom prst="flowChartDocument">
            <a:avLst/>
          </a:pr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346" name="Google Shape;346;p15"/>
          <p:cNvGrpSpPr/>
          <p:nvPr/>
        </p:nvGrpSpPr>
        <p:grpSpPr>
          <a:xfrm rot="-476965">
            <a:off x="10986050" y="4316335"/>
            <a:ext cx="1464055" cy="2464528"/>
            <a:chOff x="2867898" y="2214162"/>
            <a:chExt cx="1098031" cy="1848379"/>
          </a:xfrm>
        </p:grpSpPr>
        <p:sp>
          <p:nvSpPr>
            <p:cNvPr id="347" name="Google Shape;347;p15"/>
            <p:cNvSpPr/>
            <p:nvPr/>
          </p:nvSpPr>
          <p:spPr>
            <a:xfrm>
              <a:off x="2900273" y="39101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8" name="Google Shape;348;p15"/>
            <p:cNvSpPr/>
            <p:nvPr/>
          </p:nvSpPr>
          <p:spPr>
            <a:xfrm>
              <a:off x="3598673" y="30194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49" name="Google Shape;349;p15"/>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50" name="Google Shape;350;p15"/>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51" name="Google Shape;351;p15"/>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52" name="Google Shape;352;p15"/>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353" name="Google Shape;353;p15"/>
            <p:cNvSpPr/>
            <p:nvPr/>
          </p:nvSpPr>
          <p:spPr>
            <a:xfrm>
              <a:off x="3380573" y="36480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354" name="Google Shape;354;p15"/>
          <p:cNvSpPr txBox="1">
            <a:spLocks noGrp="1"/>
          </p:cNvSpPr>
          <p:nvPr>
            <p:ph type="title"/>
          </p:nvPr>
        </p:nvSpPr>
        <p:spPr>
          <a:xfrm>
            <a:off x="849367" y="579733"/>
            <a:ext cx="10467600" cy="5380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60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355" name="Google Shape;355;p15"/>
          <p:cNvSpPr txBox="1">
            <a:spLocks noGrp="1"/>
          </p:cNvSpPr>
          <p:nvPr>
            <p:ph type="subTitle" idx="1"/>
          </p:nvPr>
        </p:nvSpPr>
        <p:spPr>
          <a:xfrm>
            <a:off x="2817837" y="4802031"/>
            <a:ext cx="2684800" cy="12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56" name="Google Shape;356;p15"/>
          <p:cNvSpPr txBox="1">
            <a:spLocks noGrp="1"/>
          </p:cNvSpPr>
          <p:nvPr>
            <p:ph type="subTitle" idx="2"/>
          </p:nvPr>
        </p:nvSpPr>
        <p:spPr>
          <a:xfrm>
            <a:off x="8143983" y="4802031"/>
            <a:ext cx="2684800" cy="12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57" name="Google Shape;357;p15"/>
          <p:cNvSpPr txBox="1">
            <a:spLocks noGrp="1"/>
          </p:cNvSpPr>
          <p:nvPr>
            <p:ph type="title" idx="3" hasCustomPrompt="1"/>
          </p:nvPr>
        </p:nvSpPr>
        <p:spPr>
          <a:xfrm>
            <a:off x="1172972" y="2225432"/>
            <a:ext cx="1514400" cy="90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5333"/>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58" name="Google Shape;358;p15"/>
          <p:cNvSpPr txBox="1">
            <a:spLocks noGrp="1"/>
          </p:cNvSpPr>
          <p:nvPr>
            <p:ph type="title" idx="4" hasCustomPrompt="1"/>
          </p:nvPr>
        </p:nvSpPr>
        <p:spPr>
          <a:xfrm>
            <a:off x="6333927" y="2248829"/>
            <a:ext cx="1514400" cy="85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5333"/>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59" name="Google Shape;359;p15"/>
          <p:cNvSpPr txBox="1">
            <a:spLocks noGrp="1"/>
          </p:cNvSpPr>
          <p:nvPr>
            <p:ph type="title" idx="5" hasCustomPrompt="1"/>
          </p:nvPr>
        </p:nvSpPr>
        <p:spPr>
          <a:xfrm>
            <a:off x="1172972" y="4955628"/>
            <a:ext cx="1514400" cy="85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5333"/>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60" name="Google Shape;360;p15"/>
          <p:cNvSpPr txBox="1">
            <a:spLocks noGrp="1"/>
          </p:cNvSpPr>
          <p:nvPr>
            <p:ph type="title" idx="6" hasCustomPrompt="1"/>
          </p:nvPr>
        </p:nvSpPr>
        <p:spPr>
          <a:xfrm>
            <a:off x="6195927" y="4934743"/>
            <a:ext cx="1790400" cy="85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400"/>
              <a:buNone/>
              <a:defRPr sz="5333"/>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61" name="Google Shape;361;p15"/>
          <p:cNvSpPr txBox="1">
            <a:spLocks noGrp="1"/>
          </p:cNvSpPr>
          <p:nvPr>
            <p:ph type="subTitle" idx="7"/>
          </p:nvPr>
        </p:nvSpPr>
        <p:spPr>
          <a:xfrm>
            <a:off x="2817837" y="2256232"/>
            <a:ext cx="3469600" cy="48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667" b="1"/>
            </a:lvl1pPr>
            <a:lvl2pPr lvl="1" rtl="0">
              <a:lnSpc>
                <a:spcPct val="100000"/>
              </a:lnSpc>
              <a:spcBef>
                <a:spcPts val="0"/>
              </a:spcBef>
              <a:spcAft>
                <a:spcPts val="0"/>
              </a:spcAft>
              <a:buNone/>
              <a:defRPr sz="2667" b="1"/>
            </a:lvl2pPr>
            <a:lvl3pPr lvl="2" rtl="0">
              <a:lnSpc>
                <a:spcPct val="100000"/>
              </a:lnSpc>
              <a:spcBef>
                <a:spcPts val="0"/>
              </a:spcBef>
              <a:spcAft>
                <a:spcPts val="0"/>
              </a:spcAft>
              <a:buNone/>
              <a:defRPr sz="2667" b="1"/>
            </a:lvl3pPr>
            <a:lvl4pPr lvl="3" rtl="0">
              <a:lnSpc>
                <a:spcPct val="100000"/>
              </a:lnSpc>
              <a:spcBef>
                <a:spcPts val="0"/>
              </a:spcBef>
              <a:spcAft>
                <a:spcPts val="0"/>
              </a:spcAft>
              <a:buNone/>
              <a:defRPr sz="2667" b="1"/>
            </a:lvl4pPr>
            <a:lvl5pPr lvl="4" rtl="0">
              <a:lnSpc>
                <a:spcPct val="100000"/>
              </a:lnSpc>
              <a:spcBef>
                <a:spcPts val="0"/>
              </a:spcBef>
              <a:spcAft>
                <a:spcPts val="0"/>
              </a:spcAft>
              <a:buNone/>
              <a:defRPr sz="2667" b="1"/>
            </a:lvl5pPr>
            <a:lvl6pPr lvl="5" rtl="0">
              <a:lnSpc>
                <a:spcPct val="100000"/>
              </a:lnSpc>
              <a:spcBef>
                <a:spcPts val="0"/>
              </a:spcBef>
              <a:spcAft>
                <a:spcPts val="0"/>
              </a:spcAft>
              <a:buNone/>
              <a:defRPr sz="2667" b="1"/>
            </a:lvl6pPr>
            <a:lvl7pPr lvl="6" rtl="0">
              <a:lnSpc>
                <a:spcPct val="100000"/>
              </a:lnSpc>
              <a:spcBef>
                <a:spcPts val="0"/>
              </a:spcBef>
              <a:spcAft>
                <a:spcPts val="0"/>
              </a:spcAft>
              <a:buNone/>
              <a:defRPr sz="2667" b="1"/>
            </a:lvl7pPr>
            <a:lvl8pPr lvl="7" rtl="0">
              <a:lnSpc>
                <a:spcPct val="100000"/>
              </a:lnSpc>
              <a:spcBef>
                <a:spcPts val="0"/>
              </a:spcBef>
              <a:spcAft>
                <a:spcPts val="0"/>
              </a:spcAft>
              <a:buNone/>
              <a:defRPr sz="2667" b="1"/>
            </a:lvl8pPr>
            <a:lvl9pPr lvl="8" rtl="0">
              <a:lnSpc>
                <a:spcPct val="100000"/>
              </a:lnSpc>
              <a:spcBef>
                <a:spcPts val="0"/>
              </a:spcBef>
              <a:spcAft>
                <a:spcPts val="0"/>
              </a:spcAft>
              <a:buNone/>
              <a:defRPr sz="2667" b="1"/>
            </a:lvl9pPr>
          </a:lstStyle>
          <a:p>
            <a:r>
              <a:rPr lang="en-US"/>
              <a:t>Click to edit Master subtitle style</a:t>
            </a:r>
            <a:endParaRPr/>
          </a:p>
        </p:txBody>
      </p:sp>
      <p:sp>
        <p:nvSpPr>
          <p:cNvPr id="362" name="Google Shape;362;p15"/>
          <p:cNvSpPr txBox="1">
            <a:spLocks noGrp="1"/>
          </p:cNvSpPr>
          <p:nvPr>
            <p:ph type="subTitle" idx="8"/>
          </p:nvPr>
        </p:nvSpPr>
        <p:spPr>
          <a:xfrm>
            <a:off x="8143983" y="2247199"/>
            <a:ext cx="3386800" cy="48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667" b="1"/>
            </a:lvl1pPr>
            <a:lvl2pPr lvl="1" rtl="0">
              <a:lnSpc>
                <a:spcPct val="100000"/>
              </a:lnSpc>
              <a:spcBef>
                <a:spcPts val="0"/>
              </a:spcBef>
              <a:spcAft>
                <a:spcPts val="0"/>
              </a:spcAft>
              <a:buNone/>
              <a:defRPr sz="2667" b="1"/>
            </a:lvl2pPr>
            <a:lvl3pPr lvl="2" rtl="0">
              <a:lnSpc>
                <a:spcPct val="100000"/>
              </a:lnSpc>
              <a:spcBef>
                <a:spcPts val="0"/>
              </a:spcBef>
              <a:spcAft>
                <a:spcPts val="0"/>
              </a:spcAft>
              <a:buNone/>
              <a:defRPr sz="2667" b="1"/>
            </a:lvl3pPr>
            <a:lvl4pPr lvl="3" rtl="0">
              <a:lnSpc>
                <a:spcPct val="100000"/>
              </a:lnSpc>
              <a:spcBef>
                <a:spcPts val="0"/>
              </a:spcBef>
              <a:spcAft>
                <a:spcPts val="0"/>
              </a:spcAft>
              <a:buNone/>
              <a:defRPr sz="2667" b="1"/>
            </a:lvl4pPr>
            <a:lvl5pPr lvl="4" rtl="0">
              <a:lnSpc>
                <a:spcPct val="100000"/>
              </a:lnSpc>
              <a:spcBef>
                <a:spcPts val="0"/>
              </a:spcBef>
              <a:spcAft>
                <a:spcPts val="0"/>
              </a:spcAft>
              <a:buNone/>
              <a:defRPr sz="2667" b="1"/>
            </a:lvl5pPr>
            <a:lvl6pPr lvl="5" rtl="0">
              <a:lnSpc>
                <a:spcPct val="100000"/>
              </a:lnSpc>
              <a:spcBef>
                <a:spcPts val="0"/>
              </a:spcBef>
              <a:spcAft>
                <a:spcPts val="0"/>
              </a:spcAft>
              <a:buNone/>
              <a:defRPr sz="2667" b="1"/>
            </a:lvl6pPr>
            <a:lvl7pPr lvl="6" rtl="0">
              <a:lnSpc>
                <a:spcPct val="100000"/>
              </a:lnSpc>
              <a:spcBef>
                <a:spcPts val="0"/>
              </a:spcBef>
              <a:spcAft>
                <a:spcPts val="0"/>
              </a:spcAft>
              <a:buNone/>
              <a:defRPr sz="2667" b="1"/>
            </a:lvl7pPr>
            <a:lvl8pPr lvl="7" rtl="0">
              <a:lnSpc>
                <a:spcPct val="100000"/>
              </a:lnSpc>
              <a:spcBef>
                <a:spcPts val="0"/>
              </a:spcBef>
              <a:spcAft>
                <a:spcPts val="0"/>
              </a:spcAft>
              <a:buNone/>
              <a:defRPr sz="2667" b="1"/>
            </a:lvl8pPr>
            <a:lvl9pPr lvl="8" rtl="0">
              <a:lnSpc>
                <a:spcPct val="100000"/>
              </a:lnSpc>
              <a:spcBef>
                <a:spcPts val="0"/>
              </a:spcBef>
              <a:spcAft>
                <a:spcPts val="0"/>
              </a:spcAft>
              <a:buNone/>
              <a:defRPr sz="2667" b="1"/>
            </a:lvl9pPr>
          </a:lstStyle>
          <a:p>
            <a:r>
              <a:rPr lang="en-US"/>
              <a:t>Click to edit Master subtitle style</a:t>
            </a:r>
            <a:endParaRPr/>
          </a:p>
        </p:txBody>
      </p:sp>
      <p:sp>
        <p:nvSpPr>
          <p:cNvPr id="363" name="Google Shape;363;p15"/>
          <p:cNvSpPr txBox="1">
            <a:spLocks noGrp="1"/>
          </p:cNvSpPr>
          <p:nvPr>
            <p:ph type="subTitle" idx="9"/>
          </p:nvPr>
        </p:nvSpPr>
        <p:spPr>
          <a:xfrm>
            <a:off x="8143983" y="4410259"/>
            <a:ext cx="3469600" cy="48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667" b="1"/>
            </a:lvl1pPr>
            <a:lvl2pPr lvl="1" rtl="0">
              <a:lnSpc>
                <a:spcPct val="100000"/>
              </a:lnSpc>
              <a:spcBef>
                <a:spcPts val="0"/>
              </a:spcBef>
              <a:spcAft>
                <a:spcPts val="0"/>
              </a:spcAft>
              <a:buNone/>
              <a:defRPr sz="2667" b="1"/>
            </a:lvl2pPr>
            <a:lvl3pPr lvl="2" rtl="0">
              <a:lnSpc>
                <a:spcPct val="100000"/>
              </a:lnSpc>
              <a:spcBef>
                <a:spcPts val="0"/>
              </a:spcBef>
              <a:spcAft>
                <a:spcPts val="0"/>
              </a:spcAft>
              <a:buNone/>
              <a:defRPr sz="2667" b="1"/>
            </a:lvl3pPr>
            <a:lvl4pPr lvl="3" rtl="0">
              <a:lnSpc>
                <a:spcPct val="100000"/>
              </a:lnSpc>
              <a:spcBef>
                <a:spcPts val="0"/>
              </a:spcBef>
              <a:spcAft>
                <a:spcPts val="0"/>
              </a:spcAft>
              <a:buNone/>
              <a:defRPr sz="2667" b="1"/>
            </a:lvl4pPr>
            <a:lvl5pPr lvl="4" rtl="0">
              <a:lnSpc>
                <a:spcPct val="100000"/>
              </a:lnSpc>
              <a:spcBef>
                <a:spcPts val="0"/>
              </a:spcBef>
              <a:spcAft>
                <a:spcPts val="0"/>
              </a:spcAft>
              <a:buNone/>
              <a:defRPr sz="2667" b="1"/>
            </a:lvl5pPr>
            <a:lvl6pPr lvl="5" rtl="0">
              <a:lnSpc>
                <a:spcPct val="100000"/>
              </a:lnSpc>
              <a:spcBef>
                <a:spcPts val="0"/>
              </a:spcBef>
              <a:spcAft>
                <a:spcPts val="0"/>
              </a:spcAft>
              <a:buNone/>
              <a:defRPr sz="2667" b="1"/>
            </a:lvl6pPr>
            <a:lvl7pPr lvl="6" rtl="0">
              <a:lnSpc>
                <a:spcPct val="100000"/>
              </a:lnSpc>
              <a:spcBef>
                <a:spcPts val="0"/>
              </a:spcBef>
              <a:spcAft>
                <a:spcPts val="0"/>
              </a:spcAft>
              <a:buNone/>
              <a:defRPr sz="2667" b="1"/>
            </a:lvl7pPr>
            <a:lvl8pPr lvl="7" rtl="0">
              <a:lnSpc>
                <a:spcPct val="100000"/>
              </a:lnSpc>
              <a:spcBef>
                <a:spcPts val="0"/>
              </a:spcBef>
              <a:spcAft>
                <a:spcPts val="0"/>
              </a:spcAft>
              <a:buNone/>
              <a:defRPr sz="2667" b="1"/>
            </a:lvl8pPr>
            <a:lvl9pPr lvl="8" rtl="0">
              <a:lnSpc>
                <a:spcPct val="100000"/>
              </a:lnSpc>
              <a:spcBef>
                <a:spcPts val="0"/>
              </a:spcBef>
              <a:spcAft>
                <a:spcPts val="0"/>
              </a:spcAft>
              <a:buNone/>
              <a:defRPr sz="2667" b="1"/>
            </a:lvl9pPr>
          </a:lstStyle>
          <a:p>
            <a:r>
              <a:rPr lang="en-US"/>
              <a:t>Click to edit Master subtitle style</a:t>
            </a:r>
            <a:endParaRPr/>
          </a:p>
        </p:txBody>
      </p:sp>
      <p:sp>
        <p:nvSpPr>
          <p:cNvPr id="364" name="Google Shape;364;p15"/>
          <p:cNvSpPr txBox="1">
            <a:spLocks noGrp="1"/>
          </p:cNvSpPr>
          <p:nvPr>
            <p:ph type="subTitle" idx="13"/>
          </p:nvPr>
        </p:nvSpPr>
        <p:spPr>
          <a:xfrm>
            <a:off x="2817833" y="2662295"/>
            <a:ext cx="2684800" cy="12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65" name="Google Shape;365;p15"/>
          <p:cNvSpPr txBox="1">
            <a:spLocks noGrp="1"/>
          </p:cNvSpPr>
          <p:nvPr>
            <p:ph type="subTitle" idx="14"/>
          </p:nvPr>
        </p:nvSpPr>
        <p:spPr>
          <a:xfrm>
            <a:off x="8143983" y="2662295"/>
            <a:ext cx="2684800" cy="121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2000"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66" name="Google Shape;366;p15"/>
          <p:cNvSpPr txBox="1">
            <a:spLocks noGrp="1"/>
          </p:cNvSpPr>
          <p:nvPr>
            <p:ph type="subTitle" idx="15"/>
          </p:nvPr>
        </p:nvSpPr>
        <p:spPr>
          <a:xfrm>
            <a:off x="2817837" y="4421859"/>
            <a:ext cx="3134800" cy="43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667" b="1"/>
            </a:lvl1pPr>
            <a:lvl2pPr lvl="1" rtl="0">
              <a:lnSpc>
                <a:spcPct val="100000"/>
              </a:lnSpc>
              <a:spcBef>
                <a:spcPts val="0"/>
              </a:spcBef>
              <a:spcAft>
                <a:spcPts val="0"/>
              </a:spcAft>
              <a:buNone/>
              <a:defRPr sz="2667" b="1"/>
            </a:lvl2pPr>
            <a:lvl3pPr lvl="2" rtl="0">
              <a:lnSpc>
                <a:spcPct val="100000"/>
              </a:lnSpc>
              <a:spcBef>
                <a:spcPts val="0"/>
              </a:spcBef>
              <a:spcAft>
                <a:spcPts val="0"/>
              </a:spcAft>
              <a:buNone/>
              <a:defRPr sz="2667" b="1"/>
            </a:lvl3pPr>
            <a:lvl4pPr lvl="3" rtl="0">
              <a:lnSpc>
                <a:spcPct val="100000"/>
              </a:lnSpc>
              <a:spcBef>
                <a:spcPts val="0"/>
              </a:spcBef>
              <a:spcAft>
                <a:spcPts val="0"/>
              </a:spcAft>
              <a:buNone/>
              <a:defRPr sz="2667" b="1"/>
            </a:lvl4pPr>
            <a:lvl5pPr lvl="4" rtl="0">
              <a:lnSpc>
                <a:spcPct val="100000"/>
              </a:lnSpc>
              <a:spcBef>
                <a:spcPts val="0"/>
              </a:spcBef>
              <a:spcAft>
                <a:spcPts val="0"/>
              </a:spcAft>
              <a:buNone/>
              <a:defRPr sz="2667" b="1"/>
            </a:lvl5pPr>
            <a:lvl6pPr lvl="5" rtl="0">
              <a:lnSpc>
                <a:spcPct val="100000"/>
              </a:lnSpc>
              <a:spcBef>
                <a:spcPts val="0"/>
              </a:spcBef>
              <a:spcAft>
                <a:spcPts val="0"/>
              </a:spcAft>
              <a:buNone/>
              <a:defRPr sz="2667" b="1"/>
            </a:lvl6pPr>
            <a:lvl7pPr lvl="6" rtl="0">
              <a:lnSpc>
                <a:spcPct val="100000"/>
              </a:lnSpc>
              <a:spcBef>
                <a:spcPts val="0"/>
              </a:spcBef>
              <a:spcAft>
                <a:spcPts val="0"/>
              </a:spcAft>
              <a:buNone/>
              <a:defRPr sz="2667" b="1"/>
            </a:lvl7pPr>
            <a:lvl8pPr lvl="7" rtl="0">
              <a:lnSpc>
                <a:spcPct val="100000"/>
              </a:lnSpc>
              <a:spcBef>
                <a:spcPts val="0"/>
              </a:spcBef>
              <a:spcAft>
                <a:spcPts val="0"/>
              </a:spcAft>
              <a:buNone/>
              <a:defRPr sz="2667" b="1"/>
            </a:lvl8pPr>
            <a:lvl9pPr lvl="8" rtl="0">
              <a:lnSpc>
                <a:spcPct val="100000"/>
              </a:lnSpc>
              <a:spcBef>
                <a:spcPts val="0"/>
              </a:spcBef>
              <a:spcAft>
                <a:spcPts val="0"/>
              </a:spcAft>
              <a:buNone/>
              <a:defRPr sz="2667" b="1"/>
            </a:lvl9pPr>
          </a:lstStyle>
          <a:p>
            <a:r>
              <a:rPr lang="en-US"/>
              <a:t>Click to edit Master subtitle style</a:t>
            </a:r>
            <a:endParaRPr/>
          </a:p>
        </p:txBody>
      </p:sp>
    </p:spTree>
    <p:extLst>
      <p:ext uri="{BB962C8B-B14F-4D97-AF65-F5344CB8AC3E}">
        <p14:creationId xmlns:p14="http://schemas.microsoft.com/office/powerpoint/2010/main" val="2722133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39"/>
        <p:cNvGrpSpPr/>
        <p:nvPr/>
      </p:nvGrpSpPr>
      <p:grpSpPr>
        <a:xfrm>
          <a:off x="0" y="0"/>
          <a:ext cx="0" cy="0"/>
          <a:chOff x="0" y="0"/>
          <a:chExt cx="0" cy="0"/>
        </a:xfrm>
      </p:grpSpPr>
      <p:sp>
        <p:nvSpPr>
          <p:cNvPr id="440" name="Google Shape;440;p20"/>
          <p:cNvSpPr/>
          <p:nvPr/>
        </p:nvSpPr>
        <p:spPr>
          <a:xfrm rot="5400000" flipH="1">
            <a:off x="5988800" y="666000"/>
            <a:ext cx="6858000" cy="5526000"/>
          </a:xfrm>
          <a:prstGeom prst="flowChartDocument">
            <a:avLst/>
          </a:pr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441" name="Google Shape;441;p20"/>
          <p:cNvGrpSpPr/>
          <p:nvPr/>
        </p:nvGrpSpPr>
        <p:grpSpPr>
          <a:xfrm>
            <a:off x="-507470" y="2444817"/>
            <a:ext cx="1819275" cy="2983239"/>
            <a:chOff x="2601473" y="2214162"/>
            <a:chExt cx="1364456" cy="2237429"/>
          </a:xfrm>
        </p:grpSpPr>
        <p:sp>
          <p:nvSpPr>
            <p:cNvPr id="442" name="Google Shape;442;p20"/>
            <p:cNvSpPr/>
            <p:nvPr/>
          </p:nvSpPr>
          <p:spPr>
            <a:xfrm>
              <a:off x="2925048" y="42992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3" name="Google Shape;443;p20"/>
            <p:cNvSpPr/>
            <p:nvPr/>
          </p:nvSpPr>
          <p:spPr>
            <a:xfrm>
              <a:off x="2601473" y="30670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4" name="Google Shape;444;p20"/>
            <p:cNvSpPr/>
            <p:nvPr/>
          </p:nvSpPr>
          <p:spPr>
            <a:xfrm>
              <a:off x="2925048" y="25717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5" name="Google Shape;445;p20"/>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6" name="Google Shape;446;p20"/>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7" name="Google Shape;447;p20"/>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448" name="Google Shape;448;p20"/>
            <p:cNvSpPr/>
            <p:nvPr/>
          </p:nvSpPr>
          <p:spPr>
            <a:xfrm>
              <a:off x="3553698" y="400051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FFFE0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449" name="Google Shape;449;p20"/>
          <p:cNvSpPr txBox="1">
            <a:spLocks noGrp="1"/>
          </p:cNvSpPr>
          <p:nvPr>
            <p:ph type="title"/>
          </p:nvPr>
        </p:nvSpPr>
        <p:spPr>
          <a:xfrm>
            <a:off x="3597800" y="3860517"/>
            <a:ext cx="4996400" cy="750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600"/>
            </a:lvl1pPr>
            <a:lvl2pPr lvl="1" algn="ctr" rtl="0">
              <a:spcBef>
                <a:spcPts val="0"/>
              </a:spcBef>
              <a:spcAft>
                <a:spcPts val="0"/>
              </a:spcAft>
              <a:buNone/>
              <a:defRPr sz="3600"/>
            </a:lvl2pPr>
            <a:lvl3pPr lvl="2" algn="ctr" rtl="0">
              <a:spcBef>
                <a:spcPts val="0"/>
              </a:spcBef>
              <a:spcAft>
                <a:spcPts val="0"/>
              </a:spcAft>
              <a:buNone/>
              <a:defRPr sz="3600"/>
            </a:lvl3pPr>
            <a:lvl4pPr lvl="3" algn="ctr" rtl="0">
              <a:spcBef>
                <a:spcPts val="0"/>
              </a:spcBef>
              <a:spcAft>
                <a:spcPts val="0"/>
              </a:spcAft>
              <a:buNone/>
              <a:defRPr sz="3600"/>
            </a:lvl4pPr>
            <a:lvl5pPr lvl="4" algn="ctr" rtl="0">
              <a:spcBef>
                <a:spcPts val="0"/>
              </a:spcBef>
              <a:spcAft>
                <a:spcPts val="0"/>
              </a:spcAft>
              <a:buNone/>
              <a:defRPr sz="3600"/>
            </a:lvl5pPr>
            <a:lvl6pPr lvl="5" algn="ctr" rtl="0">
              <a:spcBef>
                <a:spcPts val="0"/>
              </a:spcBef>
              <a:spcAft>
                <a:spcPts val="0"/>
              </a:spcAft>
              <a:buNone/>
              <a:defRPr sz="3600"/>
            </a:lvl6pPr>
            <a:lvl7pPr lvl="6" algn="ctr" rtl="0">
              <a:spcBef>
                <a:spcPts val="0"/>
              </a:spcBef>
              <a:spcAft>
                <a:spcPts val="0"/>
              </a:spcAft>
              <a:buNone/>
              <a:defRPr sz="3600"/>
            </a:lvl7pPr>
            <a:lvl8pPr lvl="7" algn="ctr" rtl="0">
              <a:spcBef>
                <a:spcPts val="0"/>
              </a:spcBef>
              <a:spcAft>
                <a:spcPts val="0"/>
              </a:spcAft>
              <a:buNone/>
              <a:defRPr sz="3600"/>
            </a:lvl8pPr>
            <a:lvl9pPr lvl="8" algn="ctr" rtl="0">
              <a:spcBef>
                <a:spcPts val="0"/>
              </a:spcBef>
              <a:spcAft>
                <a:spcPts val="0"/>
              </a:spcAft>
              <a:buNone/>
              <a:defRPr sz="3600"/>
            </a:lvl9pPr>
          </a:lstStyle>
          <a:p>
            <a:r>
              <a:rPr lang="en-US"/>
              <a:t>Click to edit Master title style</a:t>
            </a:r>
            <a:endParaRPr/>
          </a:p>
        </p:txBody>
      </p:sp>
      <p:sp>
        <p:nvSpPr>
          <p:cNvPr id="450" name="Google Shape;450;p20"/>
          <p:cNvSpPr txBox="1">
            <a:spLocks noGrp="1"/>
          </p:cNvSpPr>
          <p:nvPr>
            <p:ph type="subTitle" idx="1"/>
          </p:nvPr>
        </p:nvSpPr>
        <p:spPr>
          <a:xfrm>
            <a:off x="2403600" y="1129484"/>
            <a:ext cx="7384800" cy="270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40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42782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ly Title 1">
  <p:cSld name="Only Title 1">
    <p:spTree>
      <p:nvGrpSpPr>
        <p:cNvPr id="1" name="Shape 539"/>
        <p:cNvGrpSpPr/>
        <p:nvPr/>
      </p:nvGrpSpPr>
      <p:grpSpPr>
        <a:xfrm>
          <a:off x="0" y="0"/>
          <a:ext cx="0" cy="0"/>
          <a:chOff x="0" y="0"/>
          <a:chExt cx="0" cy="0"/>
        </a:xfrm>
      </p:grpSpPr>
      <p:sp>
        <p:nvSpPr>
          <p:cNvPr id="540" name="Google Shape;540;p22"/>
          <p:cNvSpPr txBox="1">
            <a:spLocks noGrp="1"/>
          </p:cNvSpPr>
          <p:nvPr>
            <p:ph type="title"/>
          </p:nvPr>
        </p:nvSpPr>
        <p:spPr>
          <a:xfrm>
            <a:off x="824121" y="446389"/>
            <a:ext cx="10394400" cy="830000"/>
          </a:xfrm>
          <a:prstGeom prst="rect">
            <a:avLst/>
          </a:prstGeom>
        </p:spPr>
        <p:txBody>
          <a:bodyPr spcFirstLastPara="1" wrap="square" lIns="91425" tIns="91425" rIns="91425" bIns="91425" anchor="ctr" anchorCtr="0">
            <a:noAutofit/>
          </a:bodyPr>
          <a:lstStyle>
            <a:lvl1pPr lvl="0" rtl="0">
              <a:spcBef>
                <a:spcPts val="0"/>
              </a:spcBef>
              <a:spcAft>
                <a:spcPts val="0"/>
              </a:spcAft>
              <a:buSzPts val="4500"/>
              <a:buNone/>
              <a:defRPr sz="60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Tree>
    <p:extLst>
      <p:ext uri="{BB962C8B-B14F-4D97-AF65-F5344CB8AC3E}">
        <p14:creationId xmlns:p14="http://schemas.microsoft.com/office/powerpoint/2010/main" val="121125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Design 1">
  <p:cSld name="Title + Design 1">
    <p:spTree>
      <p:nvGrpSpPr>
        <p:cNvPr id="1" name="Shape 543"/>
        <p:cNvGrpSpPr/>
        <p:nvPr/>
      </p:nvGrpSpPr>
      <p:grpSpPr>
        <a:xfrm>
          <a:off x="0" y="0"/>
          <a:ext cx="0" cy="0"/>
          <a:chOff x="0" y="0"/>
          <a:chExt cx="0" cy="0"/>
        </a:xfrm>
      </p:grpSpPr>
      <p:sp>
        <p:nvSpPr>
          <p:cNvPr id="544" name="Google Shape;544;p24"/>
          <p:cNvSpPr/>
          <p:nvPr/>
        </p:nvSpPr>
        <p:spPr>
          <a:xfrm rot="-1157416">
            <a:off x="10531530" y="-4277185"/>
            <a:ext cx="7110964" cy="6932073"/>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545" name="Google Shape;545;p24"/>
          <p:cNvSpPr/>
          <p:nvPr/>
        </p:nvSpPr>
        <p:spPr>
          <a:xfrm rot="-5400000">
            <a:off x="469233" y="-695700"/>
            <a:ext cx="6858000" cy="8249400"/>
          </a:xfrm>
          <a:prstGeom prst="flowChartDocument">
            <a:avLst/>
          </a:pr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546" name="Google Shape;546;p24"/>
          <p:cNvGrpSpPr/>
          <p:nvPr/>
        </p:nvGrpSpPr>
        <p:grpSpPr>
          <a:xfrm>
            <a:off x="11405847" y="964890"/>
            <a:ext cx="1065308" cy="2579039"/>
            <a:chOff x="2867898" y="2261787"/>
            <a:chExt cx="798981" cy="1934279"/>
          </a:xfrm>
        </p:grpSpPr>
        <p:sp>
          <p:nvSpPr>
            <p:cNvPr id="547" name="Google Shape;547;p24"/>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8" name="Google Shape;548;p24"/>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49" name="Google Shape;549;p24"/>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0" name="Google Shape;550;p24"/>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1" name="Google Shape;551;p24"/>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2" name="Google Shape;552;p24"/>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553" name="Google Shape;553;p24"/>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
        <p:nvSpPr>
          <p:cNvPr id="554" name="Google Shape;554;p24"/>
          <p:cNvSpPr txBox="1">
            <a:spLocks noGrp="1"/>
          </p:cNvSpPr>
          <p:nvPr>
            <p:ph type="title"/>
          </p:nvPr>
        </p:nvSpPr>
        <p:spPr>
          <a:xfrm>
            <a:off x="803179" y="447347"/>
            <a:ext cx="11360800" cy="7636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6000"/>
            </a:lvl1pPr>
            <a:lvl2pPr lvl="1">
              <a:spcBef>
                <a:spcPts val="0"/>
              </a:spcBef>
              <a:spcAft>
                <a:spcPts val="0"/>
              </a:spcAft>
              <a:buSzPts val="2800"/>
              <a:buNone/>
              <a:defRPr>
                <a:latin typeface="Roboto"/>
                <a:ea typeface="Roboto"/>
                <a:cs typeface="Roboto"/>
                <a:sym typeface="Roboto"/>
              </a:defRPr>
            </a:lvl2pPr>
            <a:lvl3pPr lvl="2">
              <a:spcBef>
                <a:spcPts val="0"/>
              </a:spcBef>
              <a:spcAft>
                <a:spcPts val="0"/>
              </a:spcAft>
              <a:buSzPts val="2800"/>
              <a:buNone/>
              <a:defRPr>
                <a:latin typeface="Roboto"/>
                <a:ea typeface="Roboto"/>
                <a:cs typeface="Roboto"/>
                <a:sym typeface="Roboto"/>
              </a:defRPr>
            </a:lvl3pPr>
            <a:lvl4pPr lvl="3">
              <a:spcBef>
                <a:spcPts val="0"/>
              </a:spcBef>
              <a:spcAft>
                <a:spcPts val="0"/>
              </a:spcAft>
              <a:buSzPts val="2800"/>
              <a:buNone/>
              <a:defRPr>
                <a:latin typeface="Roboto"/>
                <a:ea typeface="Roboto"/>
                <a:cs typeface="Roboto"/>
                <a:sym typeface="Roboto"/>
              </a:defRPr>
            </a:lvl4pPr>
            <a:lvl5pPr lvl="4">
              <a:spcBef>
                <a:spcPts val="0"/>
              </a:spcBef>
              <a:spcAft>
                <a:spcPts val="0"/>
              </a:spcAft>
              <a:buSzPts val="2800"/>
              <a:buNone/>
              <a:defRPr>
                <a:latin typeface="Roboto"/>
                <a:ea typeface="Roboto"/>
                <a:cs typeface="Roboto"/>
                <a:sym typeface="Roboto"/>
              </a:defRPr>
            </a:lvl5pPr>
            <a:lvl6pPr lvl="5">
              <a:spcBef>
                <a:spcPts val="0"/>
              </a:spcBef>
              <a:spcAft>
                <a:spcPts val="0"/>
              </a:spcAft>
              <a:buSzPts val="2800"/>
              <a:buNone/>
              <a:defRPr>
                <a:latin typeface="Roboto"/>
                <a:ea typeface="Roboto"/>
                <a:cs typeface="Roboto"/>
                <a:sym typeface="Roboto"/>
              </a:defRPr>
            </a:lvl6pPr>
            <a:lvl7pPr lvl="6">
              <a:spcBef>
                <a:spcPts val="0"/>
              </a:spcBef>
              <a:spcAft>
                <a:spcPts val="0"/>
              </a:spcAft>
              <a:buSzPts val="2800"/>
              <a:buNone/>
              <a:defRPr>
                <a:latin typeface="Roboto"/>
                <a:ea typeface="Roboto"/>
                <a:cs typeface="Roboto"/>
                <a:sym typeface="Roboto"/>
              </a:defRPr>
            </a:lvl7pPr>
            <a:lvl8pPr lvl="7">
              <a:spcBef>
                <a:spcPts val="0"/>
              </a:spcBef>
              <a:spcAft>
                <a:spcPts val="0"/>
              </a:spcAft>
              <a:buSzPts val="2800"/>
              <a:buNone/>
              <a:defRPr>
                <a:latin typeface="Roboto"/>
                <a:ea typeface="Roboto"/>
                <a:cs typeface="Roboto"/>
                <a:sym typeface="Roboto"/>
              </a:defRPr>
            </a:lvl8pPr>
            <a:lvl9pPr lvl="8">
              <a:spcBef>
                <a:spcPts val="0"/>
              </a:spcBef>
              <a:spcAft>
                <a:spcPts val="0"/>
              </a:spcAft>
              <a:buSzPts val="2800"/>
              <a:buNone/>
              <a:defRPr>
                <a:latin typeface="Roboto"/>
                <a:ea typeface="Roboto"/>
                <a:cs typeface="Roboto"/>
                <a:sym typeface="Roboto"/>
              </a:defRPr>
            </a:lvl9pPr>
          </a:lstStyle>
          <a:p>
            <a:r>
              <a:rPr lang="en-US"/>
              <a:t>Click to edit Master title style</a:t>
            </a:r>
            <a:endParaRPr/>
          </a:p>
        </p:txBody>
      </p:sp>
    </p:spTree>
    <p:extLst>
      <p:ext uri="{BB962C8B-B14F-4D97-AF65-F5344CB8AC3E}">
        <p14:creationId xmlns:p14="http://schemas.microsoft.com/office/powerpoint/2010/main" val="2850918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rgbClr val="ADE8F4"/>
        </a:solidFill>
        <a:effectLst/>
      </p:bgPr>
    </p:bg>
    <p:spTree>
      <p:nvGrpSpPr>
        <p:cNvPr id="1" name="Shape 586"/>
        <p:cNvGrpSpPr/>
        <p:nvPr/>
      </p:nvGrpSpPr>
      <p:grpSpPr>
        <a:xfrm>
          <a:off x="0" y="0"/>
          <a:ext cx="0" cy="0"/>
          <a:chOff x="0" y="0"/>
          <a:chExt cx="0" cy="0"/>
        </a:xfrm>
      </p:grpSpPr>
      <p:grpSp>
        <p:nvGrpSpPr>
          <p:cNvPr id="587" name="Google Shape;587;p27"/>
          <p:cNvGrpSpPr/>
          <p:nvPr/>
        </p:nvGrpSpPr>
        <p:grpSpPr>
          <a:xfrm rot="5400000">
            <a:off x="10369814" y="-756860"/>
            <a:ext cx="1065308" cy="2579039"/>
            <a:chOff x="2867898" y="2261787"/>
            <a:chExt cx="798981" cy="1934279"/>
          </a:xfrm>
        </p:grpSpPr>
        <p:sp>
          <p:nvSpPr>
            <p:cNvPr id="588" name="Google Shape;588;p27"/>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89" name="Google Shape;589;p27"/>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0" name="Google Shape;590;p27"/>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1" name="Google Shape;591;p27"/>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2" name="Google Shape;592;p27"/>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3" name="Google Shape;593;p27"/>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4" name="Google Shape;594;p27"/>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grpSp>
      <p:grpSp>
        <p:nvGrpSpPr>
          <p:cNvPr id="595" name="Google Shape;595;p27"/>
          <p:cNvGrpSpPr/>
          <p:nvPr/>
        </p:nvGrpSpPr>
        <p:grpSpPr>
          <a:xfrm rot="5400000">
            <a:off x="638581" y="5089407"/>
            <a:ext cx="1065308" cy="2579039"/>
            <a:chOff x="2867898" y="2261787"/>
            <a:chExt cx="798981" cy="1934279"/>
          </a:xfrm>
        </p:grpSpPr>
        <p:sp>
          <p:nvSpPr>
            <p:cNvPr id="596" name="Google Shape;596;p27"/>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7" name="Google Shape;597;p27"/>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8" name="Google Shape;598;p27"/>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599" name="Google Shape;599;p27"/>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600" name="Google Shape;600;p27"/>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601" name="Google Shape;601;p27"/>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sp>
          <p:nvSpPr>
            <p:cNvPr id="602" name="Google Shape;602;p27"/>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solidFill>
                  <a:schemeClr val="dk2"/>
                </a:solidFill>
              </a:endParaRPr>
            </a:p>
          </p:txBody>
        </p:sp>
      </p:grpSp>
    </p:spTree>
    <p:extLst>
      <p:ext uri="{BB962C8B-B14F-4D97-AF65-F5344CB8AC3E}">
        <p14:creationId xmlns:p14="http://schemas.microsoft.com/office/powerpoint/2010/main" val="4007668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dk2"/>
        </a:solidFill>
        <a:effectLst/>
      </p:bgPr>
    </p:bg>
    <p:spTree>
      <p:nvGrpSpPr>
        <p:cNvPr id="1" name="Shape 603"/>
        <p:cNvGrpSpPr/>
        <p:nvPr/>
      </p:nvGrpSpPr>
      <p:grpSpPr>
        <a:xfrm>
          <a:off x="0" y="0"/>
          <a:ext cx="0" cy="0"/>
          <a:chOff x="0" y="0"/>
          <a:chExt cx="0" cy="0"/>
        </a:xfrm>
      </p:grpSpPr>
      <p:grpSp>
        <p:nvGrpSpPr>
          <p:cNvPr id="604" name="Google Shape;604;p28"/>
          <p:cNvGrpSpPr/>
          <p:nvPr/>
        </p:nvGrpSpPr>
        <p:grpSpPr>
          <a:xfrm rot="5400000">
            <a:off x="10369814" y="-756860"/>
            <a:ext cx="1065308" cy="2579039"/>
            <a:chOff x="2867898" y="2261787"/>
            <a:chExt cx="798981" cy="1934279"/>
          </a:xfrm>
        </p:grpSpPr>
        <p:sp>
          <p:nvSpPr>
            <p:cNvPr id="605" name="Google Shape;605;p28"/>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6" name="Google Shape;606;p28"/>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7" name="Google Shape;607;p28"/>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8" name="Google Shape;608;p28"/>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09" name="Google Shape;609;p28"/>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0" name="Google Shape;610;p28"/>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1" name="Google Shape;611;p28"/>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12" name="Google Shape;612;p28"/>
          <p:cNvGrpSpPr/>
          <p:nvPr/>
        </p:nvGrpSpPr>
        <p:grpSpPr>
          <a:xfrm rot="5400000">
            <a:off x="638581" y="5089407"/>
            <a:ext cx="1065308" cy="2579039"/>
            <a:chOff x="2867898" y="2261787"/>
            <a:chExt cx="798981" cy="1934279"/>
          </a:xfrm>
        </p:grpSpPr>
        <p:sp>
          <p:nvSpPr>
            <p:cNvPr id="613" name="Google Shape;613;p28"/>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4" name="Google Shape;614;p28"/>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5" name="Google Shape;615;p28"/>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6" name="Google Shape;616;p28"/>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7" name="Google Shape;617;p28"/>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8" name="Google Shape;618;p28"/>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19" name="Google Shape;619;p28"/>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3630470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Background 3">
    <p:bg>
      <p:bgPr>
        <a:solidFill>
          <a:schemeClr val="lt1"/>
        </a:solidFill>
        <a:effectLst/>
      </p:bgPr>
    </p:bg>
    <p:spTree>
      <p:nvGrpSpPr>
        <p:cNvPr id="1" name="Shape 620"/>
        <p:cNvGrpSpPr/>
        <p:nvPr/>
      </p:nvGrpSpPr>
      <p:grpSpPr>
        <a:xfrm>
          <a:off x="0" y="0"/>
          <a:ext cx="0" cy="0"/>
          <a:chOff x="0" y="0"/>
          <a:chExt cx="0" cy="0"/>
        </a:xfrm>
      </p:grpSpPr>
      <p:sp>
        <p:nvSpPr>
          <p:cNvPr id="621" name="Google Shape;621;p29"/>
          <p:cNvSpPr/>
          <p:nvPr/>
        </p:nvSpPr>
        <p:spPr>
          <a:xfrm rot="862924">
            <a:off x="-3270424" y="-2835640"/>
            <a:ext cx="7110991" cy="6932141"/>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FFFE0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22" name="Google Shape;622;p29"/>
          <p:cNvSpPr/>
          <p:nvPr/>
        </p:nvSpPr>
        <p:spPr>
          <a:xfrm rot="5400000" flipH="1">
            <a:off x="5270460" y="-17140"/>
            <a:ext cx="6902928" cy="6940152"/>
          </a:xfrm>
          <a:prstGeom prst="flowChartDocument">
            <a:avLst/>
          </a:pr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623" name="Google Shape;623;p29"/>
          <p:cNvGrpSpPr/>
          <p:nvPr/>
        </p:nvGrpSpPr>
        <p:grpSpPr>
          <a:xfrm>
            <a:off x="-424186" y="4393490"/>
            <a:ext cx="1464041" cy="2464505"/>
            <a:chOff x="2867898" y="2214162"/>
            <a:chExt cx="1098031" cy="1848379"/>
          </a:xfrm>
        </p:grpSpPr>
        <p:sp>
          <p:nvSpPr>
            <p:cNvPr id="624" name="Google Shape;624;p29"/>
            <p:cNvSpPr/>
            <p:nvPr/>
          </p:nvSpPr>
          <p:spPr>
            <a:xfrm>
              <a:off x="2900273" y="391017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5" name="Google Shape;625;p29"/>
            <p:cNvSpPr/>
            <p:nvPr/>
          </p:nvSpPr>
          <p:spPr>
            <a:xfrm>
              <a:off x="3598673" y="3019425"/>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6" name="Google Shape;626;p29"/>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7" name="Google Shape;627;p29"/>
            <p:cNvSpPr/>
            <p:nvPr/>
          </p:nvSpPr>
          <p:spPr>
            <a:xfrm>
              <a:off x="3258423" y="22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8" name="Google Shape;628;p29"/>
            <p:cNvSpPr/>
            <p:nvPr/>
          </p:nvSpPr>
          <p:spPr>
            <a:xfrm>
              <a:off x="3782298" y="24955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29" name="Google Shape;629;p29"/>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0" name="Google Shape;630;p29"/>
            <p:cNvSpPr/>
            <p:nvPr/>
          </p:nvSpPr>
          <p:spPr>
            <a:xfrm>
              <a:off x="3380573" y="36480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095550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631"/>
        <p:cNvGrpSpPr/>
        <p:nvPr/>
      </p:nvGrpSpPr>
      <p:grpSpPr>
        <a:xfrm>
          <a:off x="0" y="0"/>
          <a:ext cx="0" cy="0"/>
          <a:chOff x="0" y="0"/>
          <a:chExt cx="0" cy="0"/>
        </a:xfrm>
      </p:grpSpPr>
      <p:sp>
        <p:nvSpPr>
          <p:cNvPr id="632" name="Google Shape;632;p30"/>
          <p:cNvSpPr/>
          <p:nvPr/>
        </p:nvSpPr>
        <p:spPr>
          <a:xfrm rot="-1157424">
            <a:off x="-3765919" y="-2062205"/>
            <a:ext cx="8585425" cy="7192879"/>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rgbClr val="ADE8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633" name="Google Shape;633;p30"/>
          <p:cNvSpPr/>
          <p:nvPr/>
        </p:nvSpPr>
        <p:spPr>
          <a:xfrm rot="-1157416">
            <a:off x="7157314" y="1902416"/>
            <a:ext cx="7110964" cy="6932073"/>
          </a:xfrm>
          <a:custGeom>
            <a:avLst/>
            <a:gdLst/>
            <a:ahLst/>
            <a:cxnLst/>
            <a:rect l="l" t="t" r="r" b="b"/>
            <a:pathLst>
              <a:path w="55883" h="56638" extrusionOk="0">
                <a:moveTo>
                  <a:pt x="33039" y="0"/>
                </a:moveTo>
                <a:cubicBezTo>
                  <a:pt x="32363" y="0"/>
                  <a:pt x="31666" y="17"/>
                  <a:pt x="30950" y="51"/>
                </a:cubicBezTo>
                <a:cubicBezTo>
                  <a:pt x="17988" y="627"/>
                  <a:pt x="0" y="13877"/>
                  <a:pt x="0" y="26840"/>
                </a:cubicBezTo>
                <a:cubicBezTo>
                  <a:pt x="0" y="39834"/>
                  <a:pt x="14499" y="56637"/>
                  <a:pt x="27493" y="56637"/>
                </a:cubicBezTo>
                <a:cubicBezTo>
                  <a:pt x="40456" y="56637"/>
                  <a:pt x="55883" y="41690"/>
                  <a:pt x="55883" y="28728"/>
                </a:cubicBezTo>
                <a:cubicBezTo>
                  <a:pt x="55883" y="16137"/>
                  <a:pt x="54140" y="0"/>
                  <a:pt x="33039"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grpSp>
        <p:nvGrpSpPr>
          <p:cNvPr id="634" name="Google Shape;634;p30"/>
          <p:cNvGrpSpPr/>
          <p:nvPr/>
        </p:nvGrpSpPr>
        <p:grpSpPr>
          <a:xfrm rot="5400000">
            <a:off x="8153081" y="-1352893"/>
            <a:ext cx="1065308" cy="2579039"/>
            <a:chOff x="2867898" y="2261787"/>
            <a:chExt cx="798981" cy="1934279"/>
          </a:xfrm>
        </p:grpSpPr>
        <p:sp>
          <p:nvSpPr>
            <p:cNvPr id="635" name="Google Shape;635;p30"/>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6" name="Google Shape;636;p30"/>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7" name="Google Shape;637;p30"/>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8" name="Google Shape;638;p30"/>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39" name="Google Shape;639;p30"/>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0" name="Google Shape;640;p30"/>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1" name="Google Shape;641;p30"/>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grpSp>
        <p:nvGrpSpPr>
          <p:cNvPr id="642" name="Google Shape;642;p30"/>
          <p:cNvGrpSpPr/>
          <p:nvPr/>
        </p:nvGrpSpPr>
        <p:grpSpPr>
          <a:xfrm rot="5400000">
            <a:off x="2322081" y="5381807"/>
            <a:ext cx="1065308" cy="2579039"/>
            <a:chOff x="2867898" y="2261787"/>
            <a:chExt cx="798981" cy="1934279"/>
          </a:xfrm>
        </p:grpSpPr>
        <p:sp>
          <p:nvSpPr>
            <p:cNvPr id="643" name="Google Shape;643;p30"/>
            <p:cNvSpPr/>
            <p:nvPr/>
          </p:nvSpPr>
          <p:spPr>
            <a:xfrm>
              <a:off x="3031648" y="404370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4" name="Google Shape;644;p30"/>
            <p:cNvSpPr/>
            <p:nvPr/>
          </p:nvSpPr>
          <p:spPr>
            <a:xfrm>
              <a:off x="3380573" y="28026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5" name="Google Shape;645;p30"/>
            <p:cNvSpPr/>
            <p:nvPr/>
          </p:nvSpPr>
          <p:spPr>
            <a:xfrm>
              <a:off x="2867898" y="28670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6" name="Google Shape;646;p30"/>
            <p:cNvSpPr/>
            <p:nvPr/>
          </p:nvSpPr>
          <p:spPr>
            <a:xfrm>
              <a:off x="2971173" y="2261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7" name="Google Shape;647;p30"/>
            <p:cNvSpPr/>
            <p:nvPr/>
          </p:nvSpPr>
          <p:spPr>
            <a:xfrm>
              <a:off x="3380573" y="2414162"/>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8" name="Google Shape;648;p30"/>
            <p:cNvSpPr/>
            <p:nvPr/>
          </p:nvSpPr>
          <p:spPr>
            <a:xfrm>
              <a:off x="3182223" y="3219450"/>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649" name="Google Shape;649;p30"/>
            <p:cNvSpPr/>
            <p:nvPr/>
          </p:nvSpPr>
          <p:spPr>
            <a:xfrm>
              <a:off x="3483248" y="3595787"/>
              <a:ext cx="183631" cy="152366"/>
            </a:xfrm>
            <a:custGeom>
              <a:avLst/>
              <a:gdLst/>
              <a:ahLst/>
              <a:cxnLst/>
              <a:rect l="l" t="t" r="r" b="b"/>
              <a:pathLst>
                <a:path w="40292" h="33432" extrusionOk="0">
                  <a:moveTo>
                    <a:pt x="20581" y="1"/>
                  </a:moveTo>
                  <a:cubicBezTo>
                    <a:pt x="19346" y="1"/>
                    <a:pt x="18111" y="47"/>
                    <a:pt x="16876" y="138"/>
                  </a:cubicBezTo>
                  <a:lnTo>
                    <a:pt x="16465" y="138"/>
                  </a:lnTo>
                  <a:cubicBezTo>
                    <a:pt x="16117" y="233"/>
                    <a:pt x="15769" y="257"/>
                    <a:pt x="15423" y="257"/>
                  </a:cubicBezTo>
                  <a:cubicBezTo>
                    <a:pt x="15074" y="257"/>
                    <a:pt x="14727" y="232"/>
                    <a:pt x="14384" y="232"/>
                  </a:cubicBezTo>
                  <a:cubicBezTo>
                    <a:pt x="14083" y="232"/>
                    <a:pt x="13786" y="251"/>
                    <a:pt x="13492" y="321"/>
                  </a:cubicBezTo>
                  <a:cubicBezTo>
                    <a:pt x="10611" y="778"/>
                    <a:pt x="8370" y="2608"/>
                    <a:pt x="5855" y="3842"/>
                  </a:cubicBezTo>
                  <a:cubicBezTo>
                    <a:pt x="4620" y="4483"/>
                    <a:pt x="3614" y="5397"/>
                    <a:pt x="2882" y="6541"/>
                  </a:cubicBezTo>
                  <a:cubicBezTo>
                    <a:pt x="1098" y="9193"/>
                    <a:pt x="138" y="12303"/>
                    <a:pt x="184" y="15459"/>
                  </a:cubicBezTo>
                  <a:cubicBezTo>
                    <a:pt x="1" y="16419"/>
                    <a:pt x="1" y="17425"/>
                    <a:pt x="184" y="18386"/>
                  </a:cubicBezTo>
                  <a:cubicBezTo>
                    <a:pt x="229" y="19986"/>
                    <a:pt x="458" y="21587"/>
                    <a:pt x="915" y="23096"/>
                  </a:cubicBezTo>
                  <a:cubicBezTo>
                    <a:pt x="1830" y="27304"/>
                    <a:pt x="4848" y="30688"/>
                    <a:pt x="8919" y="32106"/>
                  </a:cubicBezTo>
                  <a:cubicBezTo>
                    <a:pt x="11004" y="32888"/>
                    <a:pt x="13213" y="33298"/>
                    <a:pt x="15428" y="33298"/>
                  </a:cubicBezTo>
                  <a:cubicBezTo>
                    <a:pt x="15545" y="33298"/>
                    <a:pt x="15662" y="33297"/>
                    <a:pt x="15779" y="33295"/>
                  </a:cubicBezTo>
                  <a:cubicBezTo>
                    <a:pt x="16510" y="33386"/>
                    <a:pt x="17254" y="33432"/>
                    <a:pt x="18002" y="33432"/>
                  </a:cubicBezTo>
                  <a:cubicBezTo>
                    <a:pt x="18751" y="33432"/>
                    <a:pt x="19506" y="33386"/>
                    <a:pt x="20261" y="33295"/>
                  </a:cubicBezTo>
                  <a:cubicBezTo>
                    <a:pt x="20408" y="33308"/>
                    <a:pt x="20551" y="33314"/>
                    <a:pt x="20693" y="33314"/>
                  </a:cubicBezTo>
                  <a:cubicBezTo>
                    <a:pt x="21035" y="33314"/>
                    <a:pt x="21368" y="33281"/>
                    <a:pt x="21724" y="33249"/>
                  </a:cubicBezTo>
                  <a:cubicBezTo>
                    <a:pt x="23965" y="32837"/>
                    <a:pt x="26206" y="32151"/>
                    <a:pt x="28310" y="31237"/>
                  </a:cubicBezTo>
                  <a:cubicBezTo>
                    <a:pt x="32197" y="29773"/>
                    <a:pt x="35627" y="27212"/>
                    <a:pt x="38142" y="23874"/>
                  </a:cubicBezTo>
                  <a:cubicBezTo>
                    <a:pt x="39377" y="22227"/>
                    <a:pt x="39697" y="20169"/>
                    <a:pt x="40109" y="18203"/>
                  </a:cubicBezTo>
                  <a:cubicBezTo>
                    <a:pt x="40292" y="16785"/>
                    <a:pt x="40292" y="15367"/>
                    <a:pt x="40109" y="13950"/>
                  </a:cubicBezTo>
                  <a:cubicBezTo>
                    <a:pt x="38874" y="9925"/>
                    <a:pt x="37319" y="6129"/>
                    <a:pt x="34209" y="3156"/>
                  </a:cubicBezTo>
                  <a:cubicBezTo>
                    <a:pt x="33660" y="2653"/>
                    <a:pt x="33020" y="2288"/>
                    <a:pt x="32288" y="2013"/>
                  </a:cubicBezTo>
                  <a:cubicBezTo>
                    <a:pt x="29727" y="1053"/>
                    <a:pt x="27029" y="412"/>
                    <a:pt x="24285" y="138"/>
                  </a:cubicBezTo>
                  <a:cubicBezTo>
                    <a:pt x="23050" y="47"/>
                    <a:pt x="21815" y="1"/>
                    <a:pt x="20581" y="1"/>
                  </a:cubicBezTo>
                  <a:close/>
                </a:path>
              </a:pathLst>
            </a:custGeom>
            <a:solidFill>
              <a:srgbClr val="ADE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grpSp>
    </p:spTree>
    <p:extLst>
      <p:ext uri="{BB962C8B-B14F-4D97-AF65-F5344CB8AC3E}">
        <p14:creationId xmlns:p14="http://schemas.microsoft.com/office/powerpoint/2010/main" val="26169125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 Credits">
  <p:cSld name="Thanks + Credits">
    <p:spTree>
      <p:nvGrpSpPr>
        <p:cNvPr id="1" name="Shape 184"/>
        <p:cNvGrpSpPr/>
        <p:nvPr/>
      </p:nvGrpSpPr>
      <p:grpSpPr>
        <a:xfrm>
          <a:off x="0" y="0"/>
          <a:ext cx="0" cy="0"/>
          <a:chOff x="0" y="0"/>
          <a:chExt cx="0" cy="0"/>
        </a:xfrm>
      </p:grpSpPr>
      <p:cxnSp>
        <p:nvCxnSpPr>
          <p:cNvPr id="185" name="Google Shape;185;p21"/>
          <p:cNvCxnSpPr/>
          <p:nvPr/>
        </p:nvCxnSpPr>
        <p:spPr>
          <a:xfrm>
            <a:off x="-90933" y="1123184"/>
            <a:ext cx="1039200" cy="0"/>
          </a:xfrm>
          <a:prstGeom prst="straightConnector1">
            <a:avLst/>
          </a:prstGeom>
          <a:noFill/>
          <a:ln w="28575" cap="flat" cmpd="sng">
            <a:solidFill>
              <a:schemeClr val="accent4"/>
            </a:solidFill>
            <a:prstDash val="solid"/>
            <a:round/>
            <a:headEnd type="none" w="med" len="med"/>
            <a:tailEnd type="none" w="med" len="med"/>
          </a:ln>
        </p:spPr>
      </p:cxnSp>
      <p:sp>
        <p:nvSpPr>
          <p:cNvPr id="186" name="Google Shape;186;p21"/>
          <p:cNvSpPr txBox="1">
            <a:spLocks noGrp="1"/>
          </p:cNvSpPr>
          <p:nvPr>
            <p:ph type="title"/>
          </p:nvPr>
        </p:nvSpPr>
        <p:spPr>
          <a:xfrm>
            <a:off x="948800" y="739600"/>
            <a:ext cx="2859600" cy="767200"/>
          </a:xfrm>
          <a:prstGeom prst="rect">
            <a:avLst/>
          </a:prstGeom>
          <a:solidFill>
            <a:schemeClr val="accent2"/>
          </a:solidFill>
          <a:ln w="28575" cap="flat" cmpd="sng">
            <a:solidFill>
              <a:schemeClr val="accent4"/>
            </a:solidFill>
            <a:prstDash val="solid"/>
            <a:round/>
            <a:headEnd type="none" w="sm" len="sm"/>
            <a:tailEnd type="none" w="sm" len="sm"/>
          </a:ln>
        </p:spPr>
        <p:txBody>
          <a:bodyPr spcFirstLastPara="1" wrap="square" lIns="91425" tIns="91425" rIns="91425" bIns="91425" anchor="b" anchorCtr="0">
            <a:noAutofit/>
          </a:bodyPr>
          <a:lstStyle>
            <a:lvl1pPr lvl="0" algn="ctr" rtl="0">
              <a:lnSpc>
                <a:spcPct val="80000"/>
              </a:lnSpc>
              <a:spcBef>
                <a:spcPts val="0"/>
              </a:spcBef>
              <a:spcAft>
                <a:spcPts val="0"/>
              </a:spcAft>
              <a:buSzPts val="48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87" name="Google Shape;187;p21"/>
          <p:cNvSpPr txBox="1">
            <a:spLocks noGrp="1"/>
          </p:cNvSpPr>
          <p:nvPr>
            <p:ph type="subTitle" idx="1"/>
          </p:nvPr>
        </p:nvSpPr>
        <p:spPr>
          <a:xfrm>
            <a:off x="834200" y="2010400"/>
            <a:ext cx="3929200" cy="136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rtl="0">
              <a:lnSpc>
                <a:spcPct val="100000"/>
              </a:lnSpc>
              <a:spcBef>
                <a:spcPts val="0"/>
              </a:spcBef>
              <a:spcAft>
                <a:spcPts val="0"/>
              </a:spcAft>
              <a:buSzPts val="2800"/>
              <a:buNone/>
              <a:defRPr sz="3733"/>
            </a:lvl2pPr>
            <a:lvl3pPr lvl="2" rtl="0">
              <a:lnSpc>
                <a:spcPct val="100000"/>
              </a:lnSpc>
              <a:spcBef>
                <a:spcPts val="0"/>
              </a:spcBef>
              <a:spcAft>
                <a:spcPts val="0"/>
              </a:spcAft>
              <a:buSzPts val="2800"/>
              <a:buNone/>
              <a:defRPr sz="3733"/>
            </a:lvl3pPr>
            <a:lvl4pPr lvl="3" rtl="0">
              <a:lnSpc>
                <a:spcPct val="100000"/>
              </a:lnSpc>
              <a:spcBef>
                <a:spcPts val="0"/>
              </a:spcBef>
              <a:spcAft>
                <a:spcPts val="0"/>
              </a:spcAft>
              <a:buSzPts val="2800"/>
              <a:buNone/>
              <a:defRPr sz="3733"/>
            </a:lvl4pPr>
            <a:lvl5pPr lvl="4" rtl="0">
              <a:lnSpc>
                <a:spcPct val="100000"/>
              </a:lnSpc>
              <a:spcBef>
                <a:spcPts val="0"/>
              </a:spcBef>
              <a:spcAft>
                <a:spcPts val="0"/>
              </a:spcAft>
              <a:buSzPts val="2800"/>
              <a:buNone/>
              <a:defRPr sz="3733"/>
            </a:lvl5pPr>
            <a:lvl6pPr lvl="5" rtl="0">
              <a:lnSpc>
                <a:spcPct val="100000"/>
              </a:lnSpc>
              <a:spcBef>
                <a:spcPts val="0"/>
              </a:spcBef>
              <a:spcAft>
                <a:spcPts val="0"/>
              </a:spcAft>
              <a:buSzPts val="2800"/>
              <a:buNone/>
              <a:defRPr sz="3733"/>
            </a:lvl6pPr>
            <a:lvl7pPr lvl="6" rtl="0">
              <a:lnSpc>
                <a:spcPct val="100000"/>
              </a:lnSpc>
              <a:spcBef>
                <a:spcPts val="0"/>
              </a:spcBef>
              <a:spcAft>
                <a:spcPts val="0"/>
              </a:spcAft>
              <a:buSzPts val="2800"/>
              <a:buNone/>
              <a:defRPr sz="3733"/>
            </a:lvl7pPr>
            <a:lvl8pPr lvl="7" rtl="0">
              <a:lnSpc>
                <a:spcPct val="100000"/>
              </a:lnSpc>
              <a:spcBef>
                <a:spcPts val="0"/>
              </a:spcBef>
              <a:spcAft>
                <a:spcPts val="0"/>
              </a:spcAft>
              <a:buSzPts val="2800"/>
              <a:buNone/>
              <a:defRPr sz="3733"/>
            </a:lvl8pPr>
            <a:lvl9pPr lvl="8" rtl="0">
              <a:lnSpc>
                <a:spcPct val="100000"/>
              </a:lnSpc>
              <a:spcBef>
                <a:spcPts val="0"/>
              </a:spcBef>
              <a:spcAft>
                <a:spcPts val="0"/>
              </a:spcAft>
              <a:buSzPts val="2800"/>
              <a:buNone/>
              <a:defRPr sz="3733"/>
            </a:lvl9pPr>
          </a:lstStyle>
          <a:p>
            <a:r>
              <a:rPr lang="en-US"/>
              <a:t>Click to edit Master subtitle style</a:t>
            </a:r>
            <a:endParaRPr/>
          </a:p>
        </p:txBody>
      </p:sp>
      <p:sp>
        <p:nvSpPr>
          <p:cNvPr id="188" name="Google Shape;188;p21"/>
          <p:cNvSpPr txBox="1"/>
          <p:nvPr/>
        </p:nvSpPr>
        <p:spPr>
          <a:xfrm>
            <a:off x="834200" y="4647600"/>
            <a:ext cx="4198400" cy="9540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4"/>
                </a:solidFill>
                <a:latin typeface="Fira Sans"/>
                <a:ea typeface="Fira Sans"/>
                <a:cs typeface="Fira Sans"/>
                <a:sym typeface="Fira Sans"/>
              </a:rPr>
              <a:t>CREDITS: This presentation template was created by </a:t>
            </a:r>
            <a:r>
              <a:rPr lang="en" sz="1333" b="1">
                <a:solidFill>
                  <a:schemeClr val="accent4"/>
                </a:solidFill>
                <a:uFill>
                  <a:noFill/>
                </a:uFill>
                <a:latin typeface="Fira Sans"/>
                <a:ea typeface="Fira Sans"/>
                <a:cs typeface="Fira Sans"/>
                <a:sym typeface="Fira Sans"/>
                <a:hlinkClick r:id="rId2">
                  <a:extLst>
                    <a:ext uri="{A12FA001-AC4F-418D-AE19-62706E023703}">
                      <ahyp:hlinkClr xmlns:ahyp="http://schemas.microsoft.com/office/drawing/2018/hyperlinkcolor" val="tx"/>
                    </a:ext>
                  </a:extLst>
                </a:hlinkClick>
              </a:rPr>
              <a:t>Slidesgo</a:t>
            </a:r>
            <a:r>
              <a:rPr lang="en" sz="1333">
                <a:solidFill>
                  <a:schemeClr val="accent4"/>
                </a:solidFill>
                <a:latin typeface="Fira Sans"/>
                <a:ea typeface="Fira Sans"/>
                <a:cs typeface="Fira Sans"/>
                <a:sym typeface="Fira Sans"/>
              </a:rPr>
              <a:t>, including icons by </a:t>
            </a:r>
            <a:r>
              <a:rPr lang="en" sz="1333" b="1">
                <a:solidFill>
                  <a:schemeClr val="accent4"/>
                </a:solidFill>
                <a:uFill>
                  <a:noFill/>
                </a:uFill>
                <a:latin typeface="Fira Sans"/>
                <a:ea typeface="Fira Sans"/>
                <a:cs typeface="Fira Sans"/>
                <a:sym typeface="Fira Sans"/>
                <a:hlinkClick r:id="rId3">
                  <a:extLst>
                    <a:ext uri="{A12FA001-AC4F-418D-AE19-62706E023703}">
                      <ahyp:hlinkClr xmlns:ahyp="http://schemas.microsoft.com/office/drawing/2018/hyperlinkcolor" val="tx"/>
                    </a:ext>
                  </a:extLst>
                </a:hlinkClick>
              </a:rPr>
              <a:t>Flaticon</a:t>
            </a:r>
            <a:r>
              <a:rPr lang="en" sz="1333">
                <a:solidFill>
                  <a:schemeClr val="accent4"/>
                </a:solidFill>
                <a:latin typeface="Fira Sans"/>
                <a:ea typeface="Fira Sans"/>
                <a:cs typeface="Fira Sans"/>
                <a:sym typeface="Fira Sans"/>
              </a:rPr>
              <a:t>, and infographics &amp; images by </a:t>
            </a:r>
            <a:r>
              <a:rPr lang="en" sz="1333" b="1">
                <a:solidFill>
                  <a:schemeClr val="accent4"/>
                </a:solidFill>
                <a:uFill>
                  <a:noFill/>
                </a:uFill>
                <a:latin typeface="Fira Sans"/>
                <a:ea typeface="Fira Sans"/>
                <a:cs typeface="Fira Sans"/>
                <a:sym typeface="Fira Sans"/>
                <a:hlinkClick r:id="rId4">
                  <a:extLst>
                    <a:ext uri="{A12FA001-AC4F-418D-AE19-62706E023703}">
                      <ahyp:hlinkClr xmlns:ahyp="http://schemas.microsoft.com/office/drawing/2018/hyperlinkcolor" val="tx"/>
                    </a:ext>
                  </a:extLst>
                </a:hlinkClick>
              </a:rPr>
              <a:t>Freepik</a:t>
            </a:r>
            <a:r>
              <a:rPr lang="en" sz="1333">
                <a:solidFill>
                  <a:schemeClr val="accent4"/>
                </a:solidFill>
                <a:latin typeface="Fira Sans"/>
                <a:ea typeface="Fira Sans"/>
                <a:cs typeface="Fira Sans"/>
                <a:sym typeface="Fira Sans"/>
              </a:rPr>
              <a:t>. </a:t>
            </a:r>
            <a:endParaRPr sz="1333" dirty="0">
              <a:solidFill>
                <a:schemeClr val="accent4"/>
              </a:solidFill>
              <a:latin typeface="Fira Sans"/>
              <a:ea typeface="Fira Sans"/>
              <a:cs typeface="Fira Sans"/>
              <a:sym typeface="Fira Sans"/>
            </a:endParaRPr>
          </a:p>
          <a:p>
            <a:pPr marL="0" lvl="0" indent="0" algn="l" rtl="0">
              <a:spcBef>
                <a:spcPts val="400"/>
              </a:spcBef>
              <a:spcAft>
                <a:spcPts val="0"/>
              </a:spcAft>
              <a:buNone/>
            </a:pPr>
            <a:endParaRPr sz="1333" b="1" dirty="0">
              <a:solidFill>
                <a:schemeClr val="accent4"/>
              </a:solidFill>
              <a:latin typeface="Fira Sans"/>
              <a:ea typeface="Fira Sans"/>
              <a:cs typeface="Fira Sans"/>
              <a:sym typeface="Fira Sans"/>
            </a:endParaRPr>
          </a:p>
        </p:txBody>
      </p:sp>
    </p:spTree>
    <p:extLst>
      <p:ext uri="{BB962C8B-B14F-4D97-AF65-F5344CB8AC3E}">
        <p14:creationId xmlns:p14="http://schemas.microsoft.com/office/powerpoint/2010/main" val="3580668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rot="5400000">
            <a:off x="10155639" y="1790701"/>
            <a:ext cx="990599" cy="304799"/>
          </a:xfrm>
          <a:prstGeom prst="rect">
            <a:avLst/>
          </a:prstGeom>
        </p:spPr>
        <p:txBody>
          <a:bodyPr/>
          <a:lstStyle/>
          <a:p>
            <a:fld id="{CCA509C3-EC33-4DF5-B7A0-8B8F450026EC}" type="datetimeFigureOut">
              <a:rPr lang="en-US" smtClean="0"/>
              <a:t>2/25/26</a:t>
            </a:fld>
            <a:endParaRPr lang="en-US" dirty="0"/>
          </a:p>
        </p:txBody>
      </p:sp>
      <p:sp>
        <p:nvSpPr>
          <p:cNvPr id="5" name="Footer Placeholder 4"/>
          <p:cNvSpPr>
            <a:spLocks noGrp="1"/>
          </p:cNvSpPr>
          <p:nvPr>
            <p:ph type="ftr" sz="quarter" idx="11"/>
          </p:nvPr>
        </p:nvSpPr>
        <p:spPr>
          <a:xfrm rot="5400000">
            <a:off x="8951573" y="3225297"/>
            <a:ext cx="3859795" cy="304801"/>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352540" y="295729"/>
            <a:ext cx="838199" cy="767687"/>
          </a:xfrm>
          <a:prstGeom prst="rect">
            <a:avLst/>
          </a:prstGeom>
        </p:spPr>
        <p:txBody>
          <a:bodyPr/>
          <a:lstStyle/>
          <a:p>
            <a:fld id="{04068745-A868-4386-BCAF-A5DF33DA0827}" type="slidenum">
              <a:rPr lang="en-US" smtClean="0"/>
              <a:t>‹#›</a:t>
            </a:fld>
            <a:endParaRPr lang="en-US" dirty="0"/>
          </a:p>
        </p:txBody>
      </p:sp>
    </p:spTree>
    <p:extLst>
      <p:ext uri="{BB962C8B-B14F-4D97-AF65-F5344CB8AC3E}">
        <p14:creationId xmlns:p14="http://schemas.microsoft.com/office/powerpoint/2010/main" val="3783903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ctr" anchorCtr="0">
            <a:noAutofit/>
          </a:bodyPr>
          <a:lstStyle>
            <a:lvl1pPr lvl="0">
              <a:lnSpc>
                <a:spcPct val="90000"/>
              </a:lnSpc>
              <a:spcBef>
                <a:spcPts val="0"/>
              </a:spcBef>
              <a:spcAft>
                <a:spcPts val="0"/>
              </a:spcAft>
              <a:buClr>
                <a:srgbClr val="0046C1"/>
              </a:buClr>
              <a:buSzPts val="3500"/>
              <a:buFont typeface="Gochi Hand"/>
              <a:buNone/>
              <a:defRPr sz="3500">
                <a:solidFill>
                  <a:srgbClr val="0046C1"/>
                </a:solidFill>
                <a:latin typeface="Gochi Hand"/>
                <a:ea typeface="Gochi Hand"/>
                <a:cs typeface="Gochi Hand"/>
                <a:sym typeface="Gochi Hand"/>
              </a:defRPr>
            </a:lvl1pPr>
            <a:lvl2pPr lvl="1">
              <a:spcBef>
                <a:spcPts val="0"/>
              </a:spcBef>
              <a:spcAft>
                <a:spcPts val="0"/>
              </a:spcAft>
              <a:buClr>
                <a:srgbClr val="0046C1"/>
              </a:buClr>
              <a:buSzPts val="2800"/>
              <a:buNone/>
              <a:defRPr sz="2800">
                <a:solidFill>
                  <a:srgbClr val="0046C1"/>
                </a:solidFill>
              </a:defRPr>
            </a:lvl2pPr>
            <a:lvl3pPr lvl="2">
              <a:spcBef>
                <a:spcPts val="0"/>
              </a:spcBef>
              <a:spcAft>
                <a:spcPts val="0"/>
              </a:spcAft>
              <a:buClr>
                <a:srgbClr val="0046C1"/>
              </a:buClr>
              <a:buSzPts val="2800"/>
              <a:buNone/>
              <a:defRPr sz="2800">
                <a:solidFill>
                  <a:srgbClr val="0046C1"/>
                </a:solidFill>
              </a:defRPr>
            </a:lvl3pPr>
            <a:lvl4pPr lvl="3">
              <a:spcBef>
                <a:spcPts val="0"/>
              </a:spcBef>
              <a:spcAft>
                <a:spcPts val="0"/>
              </a:spcAft>
              <a:buClr>
                <a:srgbClr val="0046C1"/>
              </a:buClr>
              <a:buSzPts val="2800"/>
              <a:buNone/>
              <a:defRPr sz="2800">
                <a:solidFill>
                  <a:srgbClr val="0046C1"/>
                </a:solidFill>
              </a:defRPr>
            </a:lvl4pPr>
            <a:lvl5pPr lvl="4">
              <a:spcBef>
                <a:spcPts val="0"/>
              </a:spcBef>
              <a:spcAft>
                <a:spcPts val="0"/>
              </a:spcAft>
              <a:buClr>
                <a:srgbClr val="0046C1"/>
              </a:buClr>
              <a:buSzPts val="2800"/>
              <a:buNone/>
              <a:defRPr sz="2800">
                <a:solidFill>
                  <a:srgbClr val="0046C1"/>
                </a:solidFill>
              </a:defRPr>
            </a:lvl5pPr>
            <a:lvl6pPr lvl="5">
              <a:spcBef>
                <a:spcPts val="0"/>
              </a:spcBef>
              <a:spcAft>
                <a:spcPts val="0"/>
              </a:spcAft>
              <a:buClr>
                <a:srgbClr val="0046C1"/>
              </a:buClr>
              <a:buSzPts val="2800"/>
              <a:buNone/>
              <a:defRPr sz="2800">
                <a:solidFill>
                  <a:srgbClr val="0046C1"/>
                </a:solidFill>
              </a:defRPr>
            </a:lvl6pPr>
            <a:lvl7pPr lvl="6">
              <a:spcBef>
                <a:spcPts val="0"/>
              </a:spcBef>
              <a:spcAft>
                <a:spcPts val="0"/>
              </a:spcAft>
              <a:buClr>
                <a:srgbClr val="0046C1"/>
              </a:buClr>
              <a:buSzPts val="2800"/>
              <a:buNone/>
              <a:defRPr sz="2800">
                <a:solidFill>
                  <a:srgbClr val="0046C1"/>
                </a:solidFill>
              </a:defRPr>
            </a:lvl7pPr>
            <a:lvl8pPr lvl="7">
              <a:spcBef>
                <a:spcPts val="0"/>
              </a:spcBef>
              <a:spcAft>
                <a:spcPts val="0"/>
              </a:spcAft>
              <a:buClr>
                <a:srgbClr val="0046C1"/>
              </a:buClr>
              <a:buSzPts val="2800"/>
              <a:buNone/>
              <a:defRPr sz="2800">
                <a:solidFill>
                  <a:srgbClr val="0046C1"/>
                </a:solidFill>
              </a:defRPr>
            </a:lvl8pPr>
            <a:lvl9pPr lvl="8">
              <a:spcBef>
                <a:spcPts val="0"/>
              </a:spcBef>
              <a:spcAft>
                <a:spcPts val="0"/>
              </a:spcAft>
              <a:buClr>
                <a:srgbClr val="0046C1"/>
              </a:buClr>
              <a:buSzPts val="2800"/>
              <a:buNone/>
              <a:defRPr sz="2800">
                <a:solidFill>
                  <a:srgbClr val="0046C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rgbClr val="0046C1"/>
              </a:buClr>
              <a:buSzPts val="1400"/>
              <a:buFont typeface="Roboto"/>
              <a:buChar char="●"/>
              <a:defRPr>
                <a:solidFill>
                  <a:srgbClr val="0046C1"/>
                </a:solidFill>
                <a:latin typeface="Roboto"/>
                <a:ea typeface="Roboto"/>
                <a:cs typeface="Roboto"/>
                <a:sym typeface="Roboto"/>
              </a:defRPr>
            </a:lvl1pPr>
            <a:lvl2pPr marL="914400" lvl="1"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2pPr>
            <a:lvl3pPr marL="1371600" lvl="2"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3pPr>
            <a:lvl4pPr marL="1828800" lvl="3"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4pPr>
            <a:lvl5pPr marL="2286000" lvl="4"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5pPr>
            <a:lvl6pPr marL="2743200" lvl="5"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6pPr>
            <a:lvl7pPr marL="3200400" lvl="6"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7pPr>
            <a:lvl8pPr marL="3657600" lvl="7" indent="-317500">
              <a:lnSpc>
                <a:spcPct val="115000"/>
              </a:lnSpc>
              <a:spcBef>
                <a:spcPts val="1600"/>
              </a:spcBef>
              <a:spcAft>
                <a:spcPts val="0"/>
              </a:spcAft>
              <a:buClr>
                <a:srgbClr val="0046C1"/>
              </a:buClr>
              <a:buSzPts val="1400"/>
              <a:buFont typeface="Roboto"/>
              <a:buChar char="○"/>
              <a:defRPr>
                <a:solidFill>
                  <a:srgbClr val="0046C1"/>
                </a:solidFill>
                <a:latin typeface="Roboto"/>
                <a:ea typeface="Roboto"/>
                <a:cs typeface="Roboto"/>
                <a:sym typeface="Roboto"/>
              </a:defRPr>
            </a:lvl8pPr>
            <a:lvl9pPr marL="4114800" lvl="8" indent="-317500">
              <a:lnSpc>
                <a:spcPct val="115000"/>
              </a:lnSpc>
              <a:spcBef>
                <a:spcPts val="1600"/>
              </a:spcBef>
              <a:spcAft>
                <a:spcPts val="1600"/>
              </a:spcAft>
              <a:buClr>
                <a:srgbClr val="0046C1"/>
              </a:buClr>
              <a:buSzPts val="1400"/>
              <a:buFont typeface="Roboto"/>
              <a:buChar char="■"/>
              <a:defRPr>
                <a:solidFill>
                  <a:srgbClr val="0046C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2090245425"/>
      </p:ext>
    </p:extLst>
  </p:cSld>
  <p:clrMap bg1="lt1" tx1="dk1" bg2="dk2" tx2="lt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000000"/>
          </p15:clr>
        </p15:guide>
        <p15:guide id="2" orient="horz" pos="340">
          <p15:clr>
            <a:srgbClr val="000000"/>
          </p15:clr>
        </p15:guide>
        <p15:guide id="3" orient="horz" pos="2900">
          <p15:clr>
            <a:srgbClr val="000000"/>
          </p15:clr>
        </p15:guide>
        <p15:guide id="4" pos="5311">
          <p15:clr>
            <a:srgbClr val="000000"/>
          </p15:clr>
        </p15:guide>
        <p15:guide id="5" pos="2880">
          <p15:clr>
            <a:srgbClr val="000000"/>
          </p15:clr>
        </p15:guide>
        <p15:guide id="6" orient="horz" pos="1620">
          <p15:clr>
            <a:schemeClr val="dk1"/>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www.academia.edu/42879292/Store_Management_System_Project_Report" TargetMode="External"/><Relationship Id="rId2" Type="http://schemas.openxmlformats.org/officeDocument/2006/relationships/hyperlink" Target="http://dspace.ewubd.edu:8080/bitstream/handle/123456789/2349/Shahrear_Amir_Rajib.pdf?sequence=1&amp;isAllowed=y#:~:text=A%20Departmental%20Store%20Management%20System%20(DSMS)%20is%20an%20application%20that,small%20set%20of%20related%20tasks" TargetMode="External"/><Relationship Id="rId1" Type="http://schemas.openxmlformats.org/officeDocument/2006/relationships/slideLayout" Target="../slideLayouts/slideLayout15.xml"/><Relationship Id="rId5" Type="http://schemas.openxmlformats.org/officeDocument/2006/relationships/hyperlink" Target="https://www.studytonight.com/c-projects/departmental-store-management-using-c-language" TargetMode="External"/><Relationship Id="rId4" Type="http://schemas.openxmlformats.org/officeDocument/2006/relationships/hyperlink" Target="http://cppprojectcode.blogspot.com/2010/09/inventory-management-system.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flipH="1">
            <a:off x="4691056" y="4173670"/>
            <a:ext cx="4467458" cy="1762674"/>
          </a:xfrm>
        </p:spPr>
        <p:txBody>
          <a:bodyPr>
            <a:normAutofit/>
          </a:bodyPr>
          <a:lstStyle/>
          <a:p>
            <a:pPr algn="l"/>
            <a:endParaRPr lang="en-US" dirty="0">
              <a:latin typeface="Bodoni MT" panose="02070603080606020203" pitchFamily="18" charset="0"/>
            </a:endParaRPr>
          </a:p>
        </p:txBody>
      </p:sp>
      <p:sp>
        <p:nvSpPr>
          <p:cNvPr id="2" name="Title 1"/>
          <p:cNvSpPr>
            <a:spLocks noGrp="1"/>
          </p:cNvSpPr>
          <p:nvPr>
            <p:ph type="ctrTitle"/>
          </p:nvPr>
        </p:nvSpPr>
        <p:spPr>
          <a:xfrm flipH="1">
            <a:off x="3776869" y="1052426"/>
            <a:ext cx="5613874" cy="2982545"/>
          </a:xfrm>
        </p:spPr>
        <p:txBody>
          <a:bodyPr>
            <a:normAutofit/>
          </a:bodyPr>
          <a:lstStyle/>
          <a:p>
            <a:pPr algn="ctr"/>
            <a:r>
              <a:rPr lang="en-US" sz="4200" b="1" dirty="0">
                <a:latin typeface="High Tower Text" panose="02040502050506030303" pitchFamily="18" charset="0"/>
              </a:rPr>
              <a:t>Department Store</a:t>
            </a:r>
            <a:br>
              <a:rPr lang="en-US" sz="4200" b="1" dirty="0">
                <a:latin typeface="High Tower Text" panose="02040502050506030303" pitchFamily="18" charset="0"/>
              </a:rPr>
            </a:br>
            <a:r>
              <a:rPr lang="en-US" sz="4200" b="1" dirty="0">
                <a:latin typeface="High Tower Text" panose="02040502050506030303" pitchFamily="18" charset="0"/>
              </a:rPr>
              <a:t>Inventory Management              System (DSIMS</a:t>
            </a:r>
            <a:r>
              <a:rPr lang="en-US" sz="4200" b="1" dirty="0"/>
              <a:t>)</a:t>
            </a:r>
            <a:endParaRPr lang="en-US" sz="4200"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6895" y="2152713"/>
            <a:ext cx="4041915" cy="4041915"/>
          </a:xfrm>
          <a:prstGeom prst="rect">
            <a:avLst/>
          </a:prstGeom>
        </p:spPr>
      </p:pic>
    </p:spTree>
    <p:extLst>
      <p:ext uri="{BB962C8B-B14F-4D97-AF65-F5344CB8AC3E}">
        <p14:creationId xmlns:p14="http://schemas.microsoft.com/office/powerpoint/2010/main" val="12047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nodePh="1">
                                  <p:stCondLst>
                                    <p:cond delay="0"/>
                                  </p:stCondLst>
                                  <p:endCondLst>
                                    <p:cond evt="begin" delay="0">
                                      <p:tn val="7"/>
                                    </p:cond>
                                  </p:end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619" y="473716"/>
            <a:ext cx="10467600" cy="538000"/>
          </a:xfrm>
        </p:spPr>
        <p:txBody>
          <a:bodyPr/>
          <a:lstStyle/>
          <a:p>
            <a:r>
              <a:rPr lang="en-US" dirty="0">
                <a:latin typeface="Forte" panose="03060902040502070203" pitchFamily="66" charset="0"/>
              </a:rPr>
              <a:t>Table of content</a:t>
            </a:r>
          </a:p>
        </p:txBody>
      </p:sp>
      <p:graphicFrame>
        <p:nvGraphicFramePr>
          <p:cNvPr id="29" name="Diagram 28"/>
          <p:cNvGraphicFramePr/>
          <p:nvPr>
            <p:extLst>
              <p:ext uri="{D42A27DB-BD31-4B8C-83A1-F6EECF244321}">
                <p14:modId xmlns:p14="http://schemas.microsoft.com/office/powerpoint/2010/main" val="1860620085"/>
              </p:ext>
            </p:extLst>
          </p:nvPr>
        </p:nvGraphicFramePr>
        <p:xfrm>
          <a:off x="1497915" y="1291956"/>
          <a:ext cx="9170504" cy="49430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3554" y="3756989"/>
            <a:ext cx="5124865" cy="2478028"/>
          </a:xfrm>
          <a:prstGeom prst="rect">
            <a:avLst/>
          </a:prstGeom>
        </p:spPr>
      </p:pic>
    </p:spTree>
    <p:extLst>
      <p:ext uri="{BB962C8B-B14F-4D97-AF65-F5344CB8AC3E}">
        <p14:creationId xmlns:p14="http://schemas.microsoft.com/office/powerpoint/2010/main" val="364503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80">
                                          <p:stCondLst>
                                            <p:cond delay="0"/>
                                          </p:stCondLst>
                                        </p:cTn>
                                        <p:tgtEl>
                                          <p:spTgt spid="29"/>
                                        </p:tgtEl>
                                      </p:cBhvr>
                                    </p:animEffect>
                                    <p:anim calcmode="lin" valueType="num">
                                      <p:cBhvr>
                                        <p:cTn id="8"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13" dur="26">
                                          <p:stCondLst>
                                            <p:cond delay="650"/>
                                          </p:stCondLst>
                                        </p:cTn>
                                        <p:tgtEl>
                                          <p:spTgt spid="29"/>
                                        </p:tgtEl>
                                      </p:cBhvr>
                                      <p:to x="100000" y="60000"/>
                                    </p:animScale>
                                    <p:animScale>
                                      <p:cBhvr>
                                        <p:cTn id="14" dur="166" decel="50000">
                                          <p:stCondLst>
                                            <p:cond delay="676"/>
                                          </p:stCondLst>
                                        </p:cTn>
                                        <p:tgtEl>
                                          <p:spTgt spid="29"/>
                                        </p:tgtEl>
                                      </p:cBhvr>
                                      <p:to x="100000" y="100000"/>
                                    </p:animScale>
                                    <p:animScale>
                                      <p:cBhvr>
                                        <p:cTn id="15" dur="26">
                                          <p:stCondLst>
                                            <p:cond delay="1312"/>
                                          </p:stCondLst>
                                        </p:cTn>
                                        <p:tgtEl>
                                          <p:spTgt spid="29"/>
                                        </p:tgtEl>
                                      </p:cBhvr>
                                      <p:to x="100000" y="80000"/>
                                    </p:animScale>
                                    <p:animScale>
                                      <p:cBhvr>
                                        <p:cTn id="16" dur="166" decel="50000">
                                          <p:stCondLst>
                                            <p:cond delay="1338"/>
                                          </p:stCondLst>
                                        </p:cTn>
                                        <p:tgtEl>
                                          <p:spTgt spid="29"/>
                                        </p:tgtEl>
                                      </p:cBhvr>
                                      <p:to x="100000" y="100000"/>
                                    </p:animScale>
                                    <p:animScale>
                                      <p:cBhvr>
                                        <p:cTn id="17" dur="26">
                                          <p:stCondLst>
                                            <p:cond delay="1642"/>
                                          </p:stCondLst>
                                        </p:cTn>
                                        <p:tgtEl>
                                          <p:spTgt spid="29"/>
                                        </p:tgtEl>
                                      </p:cBhvr>
                                      <p:to x="100000" y="90000"/>
                                    </p:animScale>
                                    <p:animScale>
                                      <p:cBhvr>
                                        <p:cTn id="18" dur="166" decel="50000">
                                          <p:stCondLst>
                                            <p:cond delay="1668"/>
                                          </p:stCondLst>
                                        </p:cTn>
                                        <p:tgtEl>
                                          <p:spTgt spid="29"/>
                                        </p:tgtEl>
                                      </p:cBhvr>
                                      <p:to x="100000" y="100000"/>
                                    </p:animScale>
                                    <p:animScale>
                                      <p:cBhvr>
                                        <p:cTn id="19" dur="26">
                                          <p:stCondLst>
                                            <p:cond delay="1808"/>
                                          </p:stCondLst>
                                        </p:cTn>
                                        <p:tgtEl>
                                          <p:spTgt spid="29"/>
                                        </p:tgtEl>
                                      </p:cBhvr>
                                      <p:to x="100000" y="95000"/>
                                    </p:animScale>
                                    <p:animScale>
                                      <p:cBhvr>
                                        <p:cTn id="20" dur="166" decel="50000">
                                          <p:stCondLst>
                                            <p:cond delay="1834"/>
                                          </p:stCondLst>
                                        </p:cTn>
                                        <p:tgtEl>
                                          <p:spTgt spid="2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9"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Forte" panose="03060902040502070203" pitchFamily="66" charset="0"/>
              </a:rPr>
              <a:t>Introduction</a:t>
            </a:r>
          </a:p>
        </p:txBody>
      </p:sp>
      <p:sp>
        <p:nvSpPr>
          <p:cNvPr id="3" name="Content Placeholder 2"/>
          <p:cNvSpPr>
            <a:spLocks noGrp="1"/>
          </p:cNvSpPr>
          <p:nvPr>
            <p:ph idx="4294967295"/>
          </p:nvPr>
        </p:nvSpPr>
        <p:spPr>
          <a:xfrm>
            <a:off x="795467" y="1459672"/>
            <a:ext cx="10515600" cy="4849813"/>
          </a:xfrm>
        </p:spPr>
        <p:txBody>
          <a:bodyPr>
            <a:normAutofit/>
          </a:bodyPr>
          <a:lstStyle/>
          <a:p>
            <a:r>
              <a:rPr lang="en-US" sz="2000" dirty="0">
                <a:solidFill>
                  <a:srgbClr val="002060"/>
                </a:solidFill>
                <a:latin typeface="Constantia" panose="02030602050306030303" pitchFamily="18" charset="0"/>
              </a:rPr>
              <a:t>A department store is a retail establishment offering a wide range of consumer goods in different areas of the store. </a:t>
            </a:r>
          </a:p>
          <a:p>
            <a:r>
              <a:rPr lang="en-US" sz="2000" dirty="0">
                <a:solidFill>
                  <a:srgbClr val="002060"/>
                </a:solidFill>
                <a:latin typeface="Constantia" panose="02030602050306030303" pitchFamily="18" charset="0"/>
              </a:rPr>
              <a:t>Products are usually categorized as per their types which include ready-to-wear clothing and accessories, furnitures, cosmetics and often food. </a:t>
            </a:r>
          </a:p>
          <a:p>
            <a:r>
              <a:rPr lang="en-US" sz="2000" dirty="0">
                <a:solidFill>
                  <a:srgbClr val="002060"/>
                </a:solidFill>
                <a:latin typeface="Constantia" panose="02030602050306030303" pitchFamily="18" charset="0"/>
              </a:rPr>
              <a:t>DSMS</a:t>
            </a:r>
            <a:r>
              <a:rPr lang="en-US" sz="2000" b="1" dirty="0">
                <a:solidFill>
                  <a:srgbClr val="002060"/>
                </a:solidFill>
                <a:latin typeface="Constantia" panose="02030602050306030303" pitchFamily="18" charset="0"/>
              </a:rPr>
              <a:t> </a:t>
            </a:r>
            <a:r>
              <a:rPr lang="en-US" sz="2000" dirty="0">
                <a:solidFill>
                  <a:srgbClr val="002060"/>
                </a:solidFill>
                <a:latin typeface="Constantia" panose="02030602050306030303" pitchFamily="18" charset="0"/>
              </a:rPr>
              <a:t>is an application that keeps the information related to the management of the departmental store which includes product, staff, stock, sale and purchase, etc.</a:t>
            </a:r>
          </a:p>
          <a:p>
            <a:r>
              <a:rPr lang="en-US" sz="2000" dirty="0">
                <a:solidFill>
                  <a:srgbClr val="002060"/>
                </a:solidFill>
                <a:latin typeface="Constantia" panose="02030602050306030303" pitchFamily="18" charset="0"/>
              </a:rPr>
              <a:t>Provides information on calculating, adding, viewing goods and other features. </a:t>
            </a:r>
          </a:p>
          <a:p>
            <a:r>
              <a:rPr lang="en-US" sz="2000" dirty="0">
                <a:solidFill>
                  <a:srgbClr val="002060"/>
                </a:solidFill>
                <a:latin typeface="Constantia" panose="02030602050306030303" pitchFamily="18" charset="0"/>
              </a:rPr>
              <a:t>Minimizes errors while making bills and also limits the delay of delivering bills to the customers. </a:t>
            </a:r>
          </a:p>
          <a:p>
            <a:r>
              <a:rPr lang="en-US" sz="2000" dirty="0">
                <a:solidFill>
                  <a:srgbClr val="002060"/>
                </a:solidFill>
                <a:latin typeface="Constantia" panose="02030602050306030303" pitchFamily="18" charset="0"/>
              </a:rPr>
              <a:t>It has very least risk of data/record loss and is easy to operate.</a:t>
            </a:r>
          </a:p>
          <a:p>
            <a:endParaRPr lang="en-US" dirty="0"/>
          </a:p>
        </p:txBody>
      </p:sp>
    </p:spTree>
    <p:extLst>
      <p:ext uri="{BB962C8B-B14F-4D97-AF65-F5344CB8AC3E}">
        <p14:creationId xmlns:p14="http://schemas.microsoft.com/office/powerpoint/2010/main" val="344943576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379" y="447347"/>
            <a:ext cx="11360800" cy="763600"/>
          </a:xfrm>
        </p:spPr>
        <p:txBody>
          <a:bodyPr/>
          <a:lstStyle/>
          <a:p>
            <a:r>
              <a:rPr lang="en-US" dirty="0">
                <a:latin typeface="Forte" panose="03060902040502070203" pitchFamily="66" charset="0"/>
              </a:rPr>
              <a:t>Motivation</a:t>
            </a:r>
            <a:r>
              <a:rPr lang="en-US" dirty="0"/>
              <a:t> </a:t>
            </a:r>
          </a:p>
        </p:txBody>
      </p:sp>
      <p:sp>
        <p:nvSpPr>
          <p:cNvPr id="3" name="Content Placeholder 2"/>
          <p:cNvSpPr>
            <a:spLocks noGrp="1"/>
          </p:cNvSpPr>
          <p:nvPr>
            <p:ph idx="4294967295"/>
          </p:nvPr>
        </p:nvSpPr>
        <p:spPr>
          <a:xfrm>
            <a:off x="265043" y="1470439"/>
            <a:ext cx="11360150" cy="4554538"/>
          </a:xfrm>
        </p:spPr>
        <p:txBody>
          <a:bodyPr/>
          <a:lstStyle/>
          <a:p>
            <a:r>
              <a:rPr lang="en-US" sz="2800" dirty="0">
                <a:solidFill>
                  <a:srgbClr val="002060"/>
                </a:solidFill>
                <a:latin typeface="Constantia" panose="02030602050306030303" pitchFamily="18" charset="0"/>
              </a:rPr>
              <a:t>Department store management system(DSMS), commonly found in retail establishment and known as DSM. </a:t>
            </a:r>
          </a:p>
          <a:p>
            <a:r>
              <a:rPr lang="en-US" sz="2800" dirty="0">
                <a:solidFill>
                  <a:srgbClr val="002060"/>
                </a:solidFill>
                <a:latin typeface="Constantia" panose="02030602050306030303" pitchFamily="18" charset="0"/>
              </a:rPr>
              <a:t>It often feature a complex arrangement of software.</a:t>
            </a:r>
          </a:p>
          <a:p>
            <a:r>
              <a:rPr lang="en-US" sz="2800" dirty="0">
                <a:solidFill>
                  <a:srgbClr val="002060"/>
                </a:solidFill>
                <a:latin typeface="Constantia" panose="02030602050306030303" pitchFamily="18" charset="0"/>
              </a:rPr>
              <a:t>Numbers of problem can appear when software or user don’t perform as expected.</a:t>
            </a:r>
          </a:p>
          <a:p>
            <a:pPr marL="0" indent="0">
              <a:buNone/>
            </a:pPr>
            <a:endParaRPr lang="en-US" sz="2800"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23252485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96348" y="487708"/>
            <a:ext cx="11360150" cy="763588"/>
          </a:xfrm>
        </p:spPr>
        <p:txBody>
          <a:bodyPr/>
          <a:lstStyle/>
          <a:p>
            <a:r>
              <a:rPr lang="en-US" sz="6000" dirty="0">
                <a:latin typeface="Forte" panose="03060902040502070203" pitchFamily="66" charset="0"/>
              </a:rPr>
              <a:t>Statement Of Problems</a:t>
            </a:r>
          </a:p>
        </p:txBody>
      </p:sp>
      <p:sp>
        <p:nvSpPr>
          <p:cNvPr id="3" name="Content Placeholder 2"/>
          <p:cNvSpPr>
            <a:spLocks noGrp="1"/>
          </p:cNvSpPr>
          <p:nvPr>
            <p:ph idx="4294967295"/>
          </p:nvPr>
        </p:nvSpPr>
        <p:spPr>
          <a:xfrm>
            <a:off x="596348" y="1496943"/>
            <a:ext cx="11360150" cy="4554538"/>
          </a:xfrm>
        </p:spPr>
        <p:txBody>
          <a:bodyPr/>
          <a:lstStyle/>
          <a:p>
            <a:r>
              <a:rPr lang="en-US" sz="3200" dirty="0">
                <a:solidFill>
                  <a:srgbClr val="002060"/>
                </a:solidFill>
                <a:latin typeface="Constantia" panose="02030602050306030303" pitchFamily="18" charset="0"/>
              </a:rPr>
              <a:t>Previously, this system lacked user friendly environment and recording of material consumed long time. </a:t>
            </a:r>
          </a:p>
          <a:p>
            <a:r>
              <a:rPr lang="en-US" sz="3200" dirty="0">
                <a:solidFill>
                  <a:srgbClr val="002060"/>
                </a:solidFill>
                <a:latin typeface="Constantia" panose="02030602050306030303" pitchFamily="18" charset="0"/>
              </a:rPr>
              <a:t>We want to make interactive program. </a:t>
            </a:r>
          </a:p>
          <a:p>
            <a:r>
              <a:rPr lang="en-US" sz="3200" dirty="0">
                <a:solidFill>
                  <a:srgbClr val="002060"/>
                </a:solidFill>
                <a:latin typeface="Constantia" panose="02030602050306030303" pitchFamily="18" charset="0"/>
              </a:rPr>
              <a:t>There might occur error during updating the details. </a:t>
            </a:r>
          </a:p>
          <a:p>
            <a:endParaRPr lang="en-US" sz="3200" dirty="0">
              <a:solidFill>
                <a:srgbClr val="002060"/>
              </a:solidFill>
              <a:latin typeface="Constantia" panose="02030602050306030303" pitchFamily="18" charset="0"/>
            </a:endParaRPr>
          </a:p>
        </p:txBody>
      </p:sp>
    </p:spTree>
    <p:extLst>
      <p:ext uri="{BB962C8B-B14F-4D97-AF65-F5344CB8AC3E}">
        <p14:creationId xmlns:p14="http://schemas.microsoft.com/office/powerpoint/2010/main" val="37937004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43339" y="1496943"/>
            <a:ext cx="11360150" cy="4554538"/>
          </a:xfrm>
        </p:spPr>
        <p:txBody>
          <a:bodyPr/>
          <a:lstStyle/>
          <a:p>
            <a:r>
              <a:rPr lang="en-US" sz="2800" dirty="0">
                <a:solidFill>
                  <a:srgbClr val="002060"/>
                </a:solidFill>
                <a:latin typeface="Constantia" panose="02030602050306030303" pitchFamily="18" charset="0"/>
              </a:rPr>
              <a:t>To use or familiarize with c/c++ language to build a large program.</a:t>
            </a:r>
          </a:p>
          <a:p>
            <a:endParaRPr lang="en-US" dirty="0"/>
          </a:p>
        </p:txBody>
      </p:sp>
      <p:sp>
        <p:nvSpPr>
          <p:cNvPr id="2" name="Title 1"/>
          <p:cNvSpPr>
            <a:spLocks noGrp="1"/>
          </p:cNvSpPr>
          <p:nvPr>
            <p:ph type="title" idx="4294967295"/>
          </p:nvPr>
        </p:nvSpPr>
        <p:spPr>
          <a:xfrm>
            <a:off x="831850" y="593725"/>
            <a:ext cx="11360150" cy="763588"/>
          </a:xfrm>
        </p:spPr>
        <p:txBody>
          <a:bodyPr/>
          <a:lstStyle/>
          <a:p>
            <a:r>
              <a:rPr lang="en-US" sz="6000" b="1" dirty="0">
                <a:latin typeface="Forte" panose="03060902040502070203" pitchFamily="66" charset="0"/>
              </a:rPr>
              <a:t>Objectives</a:t>
            </a:r>
            <a:endParaRPr lang="en-US" sz="6000" dirty="0">
              <a:latin typeface="Forte" panose="03060902040502070203" pitchFamily="66" charset="0"/>
            </a:endParaRPr>
          </a:p>
        </p:txBody>
      </p:sp>
    </p:spTree>
    <p:extLst>
      <p:ext uri="{BB962C8B-B14F-4D97-AF65-F5344CB8AC3E}">
        <p14:creationId xmlns:p14="http://schemas.microsoft.com/office/powerpoint/2010/main" val="189472493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GB" b="1" dirty="0">
                <a:latin typeface="Forte" panose="03060902040502070203" pitchFamily="66" charset="0"/>
              </a:rPr>
              <a:t>Scope and Application</a:t>
            </a:r>
            <a:endParaRPr lang="en-US" dirty="0">
              <a:latin typeface="Forte" panose="03060902040502070203" pitchFamily="66" charset="0"/>
            </a:endParaRPr>
          </a:p>
        </p:txBody>
      </p:sp>
      <p:sp>
        <p:nvSpPr>
          <p:cNvPr id="3" name="Content Placeholder 2"/>
          <p:cNvSpPr>
            <a:spLocks noGrp="1"/>
          </p:cNvSpPr>
          <p:nvPr>
            <p:ph type="subTitle" idx="1"/>
          </p:nvPr>
        </p:nvSpPr>
        <p:spPr>
          <a:xfrm>
            <a:off x="1152939" y="1701021"/>
            <a:ext cx="9157251" cy="4500995"/>
          </a:xfrm>
        </p:spPr>
        <p:txBody>
          <a:bodyPr/>
          <a:lstStyle/>
          <a:p>
            <a:pPr lvl="0"/>
            <a:r>
              <a:rPr lang="en-GB" sz="2400" dirty="0">
                <a:solidFill>
                  <a:srgbClr val="002060"/>
                </a:solidFill>
                <a:latin typeface="Constantia" panose="02030602050306030303" pitchFamily="18" charset="0"/>
              </a:rPr>
              <a:t>DSMS is easy to use and eliminates the error caused by paperwork.</a:t>
            </a:r>
            <a:endParaRPr lang="en-US" sz="2400" dirty="0">
              <a:solidFill>
                <a:srgbClr val="002060"/>
              </a:solidFill>
              <a:latin typeface="Constantia" panose="02030602050306030303" pitchFamily="18" charset="0"/>
            </a:endParaRPr>
          </a:p>
          <a:p>
            <a:pPr lvl="0"/>
            <a:r>
              <a:rPr lang="en-GB" sz="2400" dirty="0">
                <a:solidFill>
                  <a:srgbClr val="002060"/>
                </a:solidFill>
                <a:latin typeface="Constantia" panose="02030602050306030303" pitchFamily="18" charset="0"/>
              </a:rPr>
              <a:t>It helps to provide information to the staff about the items that are purchased, their price, bill generation system and so on.</a:t>
            </a:r>
            <a:br>
              <a:rPr lang="en-GB" sz="2400" dirty="0">
                <a:solidFill>
                  <a:srgbClr val="002060"/>
                </a:solidFill>
                <a:latin typeface="Constantia" panose="02030602050306030303" pitchFamily="18" charset="0"/>
              </a:rPr>
            </a:br>
            <a:endParaRPr lang="en-US" sz="2400" dirty="0">
              <a:solidFill>
                <a:srgbClr val="002060"/>
              </a:solidFill>
              <a:latin typeface="Constantia" panose="02030602050306030303" pitchFamily="18" charset="0"/>
            </a:endParaRPr>
          </a:p>
          <a:p>
            <a:endParaRPr lang="en-US" dirty="0"/>
          </a:p>
        </p:txBody>
      </p:sp>
    </p:spTree>
    <p:extLst>
      <p:ext uri="{BB962C8B-B14F-4D97-AF65-F5344CB8AC3E}">
        <p14:creationId xmlns:p14="http://schemas.microsoft.com/office/powerpoint/2010/main" val="234894660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078" y="473852"/>
            <a:ext cx="11360800" cy="763600"/>
          </a:xfrm>
        </p:spPr>
        <p:txBody>
          <a:bodyPr/>
          <a:lstStyle/>
          <a:p>
            <a:r>
              <a:rPr lang="en-US" dirty="0">
                <a:latin typeface="Forte" panose="03060902040502070203" pitchFamily="66" charset="0"/>
              </a:rPr>
              <a:t>Literature review</a:t>
            </a:r>
          </a:p>
        </p:txBody>
      </p:sp>
      <p:sp>
        <p:nvSpPr>
          <p:cNvPr id="3" name="Content Placeholder 2"/>
          <p:cNvSpPr>
            <a:spLocks noGrp="1"/>
          </p:cNvSpPr>
          <p:nvPr>
            <p:ph idx="4294967295"/>
          </p:nvPr>
        </p:nvSpPr>
        <p:spPr>
          <a:xfrm>
            <a:off x="371061" y="1399002"/>
            <a:ext cx="11158330" cy="4783137"/>
          </a:xfrm>
        </p:spPr>
        <p:txBody>
          <a:bodyPr>
            <a:normAutofit/>
          </a:bodyPr>
          <a:lstStyle/>
          <a:p>
            <a:r>
              <a:rPr lang="en-US" sz="2000" dirty="0">
                <a:solidFill>
                  <a:srgbClr val="002060"/>
                </a:solidFill>
                <a:latin typeface="Constantia" panose="02030602050306030303" pitchFamily="18" charset="0"/>
              </a:rPr>
              <a:t> </a:t>
            </a:r>
            <a:r>
              <a:rPr lang="en-US" sz="2000" dirty="0">
                <a:solidFill>
                  <a:schemeClr val="tx1"/>
                </a:solidFill>
                <a:latin typeface="Constantia" panose="02030602050306030303" pitchFamily="18" charset="0"/>
              </a:rPr>
              <a:t>A Departmental Store is a large store that stocks many varieties of goods in different departments [1]</a:t>
            </a:r>
          </a:p>
          <a:p>
            <a:r>
              <a:rPr lang="en-US" sz="2000" dirty="0">
                <a:solidFill>
                  <a:schemeClr val="tx1"/>
                </a:solidFill>
                <a:latin typeface="Constantia" panose="02030602050306030303" pitchFamily="18" charset="0"/>
              </a:rPr>
              <a:t>A Department store management system should not interfere or make it harder for you to run your business. It should run parallel to your business operation. A perfect DSM system should run your business for you [2].</a:t>
            </a:r>
          </a:p>
          <a:p>
            <a:r>
              <a:rPr lang="en-US" sz="2000" dirty="0">
                <a:solidFill>
                  <a:schemeClr val="tx1"/>
                </a:solidFill>
                <a:latin typeface="Constantia" panose="02030602050306030303" pitchFamily="18" charset="0"/>
              </a:rPr>
              <a:t>A Departmental Store Management System (DSMS) is an application that executes a collection of protocols to co-ordinate the actions of multiple processes on a network, such that all components cooperate together to perform a single or small set of related tasks [3]</a:t>
            </a:r>
            <a:r>
              <a:rPr lang="en-US" sz="2000" dirty="0">
                <a:solidFill>
                  <a:schemeClr val="tx1"/>
                </a:solidFill>
              </a:rPr>
              <a:t> </a:t>
            </a:r>
          </a:p>
          <a:p>
            <a:r>
              <a:rPr lang="en-US" sz="2000" dirty="0">
                <a:solidFill>
                  <a:schemeClr val="tx1"/>
                </a:solidFill>
              </a:rPr>
              <a:t>"Inventory Management of a Department Store: A Case Study," Zhang et al. [4] analyze the inventory management practices of a department store in China.</a:t>
            </a:r>
          </a:p>
          <a:p>
            <a:r>
              <a:rPr lang="en-US" sz="2000" dirty="0">
                <a:solidFill>
                  <a:schemeClr val="tx1"/>
                </a:solidFill>
              </a:rPr>
              <a:t>The purpose of this literature review is to examine various studies on department store management systems and highlight their findings and contributions</a:t>
            </a:r>
            <a:r>
              <a:rPr lang="en-US" sz="2000" dirty="0">
                <a:solidFill>
                  <a:schemeClr val="tx1"/>
                </a:solidFill>
                <a:latin typeface="Constantia" panose="02030602050306030303" pitchFamily="18" charset="0"/>
              </a:rPr>
              <a:t>.</a:t>
            </a:r>
          </a:p>
          <a:p>
            <a:endParaRPr lang="en-US" dirty="0">
              <a:solidFill>
                <a:srgbClr val="002060"/>
              </a:solidFill>
            </a:endParaRPr>
          </a:p>
        </p:txBody>
      </p:sp>
    </p:spTree>
    <p:extLst>
      <p:ext uri="{BB962C8B-B14F-4D97-AF65-F5344CB8AC3E}">
        <p14:creationId xmlns:p14="http://schemas.microsoft.com/office/powerpoint/2010/main" val="357440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endParaRPr lang="en-US" dirty="0"/>
          </a:p>
        </p:txBody>
      </p:sp>
      <p:sp>
        <p:nvSpPr>
          <p:cNvPr id="6" name="Subtitle 5"/>
          <p:cNvSpPr>
            <a:spLocks noGrp="1"/>
          </p:cNvSpPr>
          <p:nvPr>
            <p:ph type="subTitle" idx="1"/>
          </p:nvPr>
        </p:nvSpPr>
        <p:spPr/>
        <p:txBody>
          <a:bodyPr/>
          <a:lstStyle/>
          <a:p>
            <a:endParaRPr lang="en-US" dirty="0"/>
          </a:p>
        </p:txBody>
      </p:sp>
      <p:sp>
        <p:nvSpPr>
          <p:cNvPr id="7" name="Title 6"/>
          <p:cNvSpPr>
            <a:spLocks noGrp="1"/>
          </p:cNvSpPr>
          <p:nvPr>
            <p:ph type="ctrTitle" idx="2"/>
          </p:nvPr>
        </p:nvSpPr>
        <p:spPr/>
        <p:txBody>
          <a:bodyPr/>
          <a:lstStyle/>
          <a:p>
            <a:endParaRPr lang="en-US" dirty="0"/>
          </a:p>
        </p:txBody>
      </p:sp>
      <p:sp>
        <p:nvSpPr>
          <p:cNvPr id="8" name="Subtitle 7"/>
          <p:cNvSpPr>
            <a:spLocks noGrp="1"/>
          </p:cNvSpPr>
          <p:nvPr>
            <p:ph type="subTitle" idx="3"/>
          </p:nvPr>
        </p:nvSpPr>
        <p:spPr/>
        <p:txBody>
          <a:bodyPr/>
          <a:lstStyle/>
          <a:p>
            <a:endParaRPr lang="en-US" dirty="0"/>
          </a:p>
        </p:txBody>
      </p:sp>
      <p:sp>
        <p:nvSpPr>
          <p:cNvPr id="2" name="Title 1"/>
          <p:cNvSpPr>
            <a:spLocks noGrp="1"/>
          </p:cNvSpPr>
          <p:nvPr>
            <p:ph type="title" idx="4"/>
          </p:nvPr>
        </p:nvSpPr>
        <p:spPr>
          <a:xfrm>
            <a:off x="873173" y="302201"/>
            <a:ext cx="10294800" cy="763600"/>
          </a:xfrm>
        </p:spPr>
        <p:txBody>
          <a:bodyPr/>
          <a:lstStyle/>
          <a:p>
            <a:r>
              <a:rPr lang="en-US" dirty="0">
                <a:latin typeface="Forte" panose="03060902040502070203" pitchFamily="66" charset="0"/>
              </a:rPr>
              <a:t>Generic Model</a:t>
            </a:r>
          </a:p>
        </p:txBody>
      </p:sp>
      <p:pic>
        <p:nvPicPr>
          <p:cNvPr id="4" name="Content Placeholder 3"/>
          <p:cNvPicPr>
            <a:picLocks noGrp="1"/>
          </p:cNvPicPr>
          <p:nvPr>
            <p:ph idx="4294967295"/>
          </p:nvPr>
        </p:nvPicPr>
        <p:blipFill>
          <a:blip r:embed="rId2"/>
          <a:stretch>
            <a:fillRect/>
          </a:stretch>
        </p:blipFill>
        <p:spPr>
          <a:xfrm>
            <a:off x="1029473" y="1065801"/>
            <a:ext cx="9982200" cy="5319713"/>
          </a:xfrm>
          <a:prstGeom prst="rect">
            <a:avLst/>
          </a:prstGeom>
        </p:spPr>
      </p:pic>
    </p:spTree>
    <p:extLst>
      <p:ext uri="{BB962C8B-B14F-4D97-AF65-F5344CB8AC3E}">
        <p14:creationId xmlns:p14="http://schemas.microsoft.com/office/powerpoint/2010/main" val="3917153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a:xfrm flipH="1">
            <a:off x="585203" y="1464365"/>
            <a:ext cx="10750850" cy="5393635"/>
          </a:xfrm>
        </p:spPr>
        <p:txBody>
          <a:bodyPr>
            <a:normAutofit fontScale="92500" lnSpcReduction="20000"/>
          </a:bodyPr>
          <a:lstStyle/>
          <a:p>
            <a:r>
              <a:rPr lang="en-US" dirty="0">
                <a:solidFill>
                  <a:srgbClr val="002060"/>
                </a:solidFill>
                <a:latin typeface="Constantia" panose="02030602050306030303" pitchFamily="18" charset="0"/>
              </a:rPr>
              <a:t>Step 1: Start</a:t>
            </a:r>
          </a:p>
          <a:p>
            <a:r>
              <a:rPr lang="en-US" dirty="0">
                <a:solidFill>
                  <a:srgbClr val="002060"/>
                </a:solidFill>
                <a:latin typeface="Constantia" panose="02030602050306030303" pitchFamily="18" charset="0"/>
              </a:rPr>
              <a:t>Step 2: Choose Admin or Exit.</a:t>
            </a:r>
          </a:p>
          <a:p>
            <a:pPr marL="139700" lvl="0" indent="0">
              <a:buNone/>
            </a:pPr>
            <a:r>
              <a:rPr lang="en-US" dirty="0">
                <a:solidFill>
                  <a:srgbClr val="002060"/>
                </a:solidFill>
                <a:latin typeface="Constantia" panose="02030602050306030303" pitchFamily="18" charset="0"/>
              </a:rPr>
              <a:t>     If admin is encountered go to step 3.</a:t>
            </a:r>
          </a:p>
          <a:p>
            <a:pPr marL="139700" lvl="0" indent="0">
              <a:buNone/>
            </a:pPr>
            <a:r>
              <a:rPr lang="en-US" dirty="0">
                <a:solidFill>
                  <a:srgbClr val="002060"/>
                </a:solidFill>
                <a:latin typeface="Constantia" panose="02030602050306030303" pitchFamily="18" charset="0"/>
              </a:rPr>
              <a:t>     If exit is encountered, the program closes.</a:t>
            </a:r>
          </a:p>
          <a:p>
            <a:r>
              <a:rPr lang="en-US" dirty="0">
                <a:solidFill>
                  <a:srgbClr val="002060"/>
                </a:solidFill>
                <a:latin typeface="Constantia" panose="02030602050306030303" pitchFamily="18" charset="0"/>
              </a:rPr>
              <a:t>Step 3: choose any one from these 5 options </a:t>
            </a:r>
          </a:p>
          <a:p>
            <a:pPr marL="139700" lvl="0" indent="0">
              <a:buNone/>
            </a:pPr>
            <a:r>
              <a:rPr lang="en-US" dirty="0">
                <a:solidFill>
                  <a:srgbClr val="002060"/>
                </a:solidFill>
                <a:latin typeface="Constantia" panose="02030602050306030303" pitchFamily="18" charset="0"/>
              </a:rPr>
              <a:t>    i. Add items</a:t>
            </a:r>
          </a:p>
          <a:p>
            <a:pPr marL="139700" lvl="0" indent="0">
              <a:buNone/>
            </a:pPr>
            <a:r>
              <a:rPr lang="en-US" dirty="0">
                <a:solidFill>
                  <a:srgbClr val="002060"/>
                </a:solidFill>
                <a:latin typeface="Constantia" panose="02030602050306030303" pitchFamily="18" charset="0"/>
              </a:rPr>
              <a:t>    ii. Modify item</a:t>
            </a:r>
          </a:p>
          <a:p>
            <a:pPr marL="139700" lvl="0" indent="0">
              <a:buNone/>
            </a:pPr>
            <a:r>
              <a:rPr lang="en-US" dirty="0">
                <a:solidFill>
                  <a:srgbClr val="002060"/>
                </a:solidFill>
                <a:latin typeface="Constantia" panose="02030602050306030303" pitchFamily="18" charset="0"/>
              </a:rPr>
              <a:t>    iii. Display items</a:t>
            </a:r>
          </a:p>
          <a:p>
            <a:pPr marL="139700" lvl="0" indent="0">
              <a:buNone/>
            </a:pPr>
            <a:r>
              <a:rPr lang="en-US" dirty="0">
                <a:solidFill>
                  <a:srgbClr val="002060"/>
                </a:solidFill>
                <a:latin typeface="Constantia" panose="02030602050306030303" pitchFamily="18" charset="0"/>
              </a:rPr>
              <a:t>    iv. Bill Generate</a:t>
            </a:r>
          </a:p>
          <a:p>
            <a:pPr marL="139700" lvl="0" indent="0">
              <a:buNone/>
            </a:pPr>
            <a:r>
              <a:rPr lang="en-US" dirty="0">
                <a:solidFill>
                  <a:srgbClr val="002060"/>
                </a:solidFill>
                <a:latin typeface="Constantia" panose="02030602050306030303" pitchFamily="18" charset="0"/>
              </a:rPr>
              <a:t>    Close the application  </a:t>
            </a:r>
          </a:p>
          <a:p>
            <a:r>
              <a:rPr lang="en-US" dirty="0">
                <a:solidFill>
                  <a:srgbClr val="002060"/>
                </a:solidFill>
                <a:latin typeface="Constantia" panose="02030602050306030303" pitchFamily="18" charset="0"/>
              </a:rPr>
              <a:t>Step 4: If choice is ‘a’, select an option.</a:t>
            </a:r>
          </a:p>
          <a:p>
            <a:pPr marL="139700" lvl="0" indent="0">
              <a:buNone/>
            </a:pPr>
            <a:r>
              <a:rPr lang="en-US" dirty="0">
                <a:solidFill>
                  <a:srgbClr val="002060"/>
                </a:solidFill>
                <a:latin typeface="Constantia" panose="02030602050306030303" pitchFamily="18" charset="0"/>
              </a:rPr>
              <a:t>     i. Add category</a:t>
            </a:r>
          </a:p>
          <a:p>
            <a:pPr marL="139700" lvl="0" indent="0">
              <a:buNone/>
            </a:pPr>
            <a:r>
              <a:rPr lang="en-US" dirty="0">
                <a:solidFill>
                  <a:srgbClr val="002060"/>
                </a:solidFill>
                <a:latin typeface="Constantia" panose="02030602050306030303" pitchFamily="18" charset="0"/>
              </a:rPr>
              <a:t>     ii. Add items</a:t>
            </a:r>
          </a:p>
          <a:p>
            <a:pPr marL="139700" lvl="0" indent="0">
              <a:buNone/>
            </a:pPr>
            <a:r>
              <a:rPr lang="en-US" dirty="0">
                <a:solidFill>
                  <a:srgbClr val="002060"/>
                </a:solidFill>
                <a:latin typeface="Constantia" panose="02030602050306030303" pitchFamily="18" charset="0"/>
              </a:rPr>
              <a:t>     iii. Exit</a:t>
            </a:r>
          </a:p>
          <a:p>
            <a:pPr marL="139700" indent="0">
              <a:buNone/>
            </a:pPr>
            <a:r>
              <a:rPr lang="en-US" dirty="0">
                <a:solidFill>
                  <a:srgbClr val="002060"/>
                </a:solidFill>
                <a:latin typeface="Constantia" panose="02030602050306030303" pitchFamily="18" charset="0"/>
              </a:rPr>
              <a:t>    If option ‘i’ is encountered, we can add new category.</a:t>
            </a:r>
          </a:p>
          <a:p>
            <a:pPr marL="139700" indent="0">
              <a:buNone/>
            </a:pPr>
            <a:r>
              <a:rPr lang="en-US" dirty="0">
                <a:solidFill>
                  <a:srgbClr val="002060"/>
                </a:solidFill>
                <a:latin typeface="Constantia" panose="02030602050306030303" pitchFamily="18" charset="0"/>
              </a:rPr>
              <a:t>    If option ‘ii’ is encountered, we can add new items.</a:t>
            </a:r>
          </a:p>
          <a:p>
            <a:pPr marL="139700" indent="0">
              <a:buNone/>
            </a:pPr>
            <a:r>
              <a:rPr lang="en-US" dirty="0">
                <a:solidFill>
                  <a:srgbClr val="002060"/>
                </a:solidFill>
                <a:latin typeface="Constantia" panose="02030602050306030303" pitchFamily="18" charset="0"/>
              </a:rPr>
              <a:t>    If option ‘iii’ is encountered, go to step 3. </a:t>
            </a:r>
          </a:p>
          <a:p>
            <a:pPr marL="139700" indent="0">
              <a:buNone/>
            </a:pPr>
            <a:r>
              <a:rPr lang="en-US" dirty="0">
                <a:solidFill>
                  <a:srgbClr val="002060"/>
                </a:solidFill>
                <a:latin typeface="Constantia" panose="02030602050306030303" pitchFamily="18" charset="0"/>
              </a:rPr>
              <a:t>    Search according to your choice. And go to step 3 after completion.</a:t>
            </a:r>
          </a:p>
          <a:p>
            <a:r>
              <a:rPr lang="en-US" dirty="0">
                <a:solidFill>
                  <a:srgbClr val="002060"/>
                </a:solidFill>
                <a:latin typeface="Constantia" panose="02030602050306030303" pitchFamily="18" charset="0"/>
              </a:rPr>
              <a:t>Step 5: If choice is ‘b’ select an option.</a:t>
            </a:r>
          </a:p>
          <a:p>
            <a:pPr marL="139700" indent="0">
              <a:buNone/>
            </a:pPr>
            <a:r>
              <a:rPr lang="en-US" dirty="0">
                <a:solidFill>
                  <a:srgbClr val="002060"/>
                </a:solidFill>
                <a:latin typeface="Constantia" panose="02030602050306030303" pitchFamily="18" charset="0"/>
              </a:rPr>
              <a:t>    i. Delete items</a:t>
            </a:r>
          </a:p>
          <a:p>
            <a:pPr marL="139700" lvl="0" indent="0">
              <a:buNone/>
            </a:pPr>
            <a:r>
              <a:rPr lang="en-US" dirty="0">
                <a:solidFill>
                  <a:srgbClr val="002060"/>
                </a:solidFill>
                <a:latin typeface="Constantia" panose="02030602050306030303" pitchFamily="18" charset="0"/>
              </a:rPr>
              <a:t>    ii. Edit items list</a:t>
            </a:r>
          </a:p>
          <a:p>
            <a:pPr marL="139700" lvl="0" indent="0">
              <a:buNone/>
            </a:pPr>
            <a:r>
              <a:rPr lang="en-US" dirty="0">
                <a:solidFill>
                  <a:srgbClr val="002060"/>
                </a:solidFill>
                <a:latin typeface="Constantia" panose="02030602050306030303" pitchFamily="18" charset="0"/>
              </a:rPr>
              <a:t>    iii. Remove issued item</a:t>
            </a:r>
          </a:p>
          <a:p>
            <a:pPr marL="139700" lvl="0" indent="0">
              <a:buNone/>
            </a:pPr>
            <a:r>
              <a:rPr lang="en-US" dirty="0">
                <a:solidFill>
                  <a:srgbClr val="002060"/>
                </a:solidFill>
                <a:latin typeface="Constantia" panose="02030602050306030303" pitchFamily="18" charset="0"/>
              </a:rPr>
              <a:t>    iv. Exit </a:t>
            </a:r>
          </a:p>
          <a:p>
            <a:endParaRPr lang="en-US" dirty="0">
              <a:solidFill>
                <a:srgbClr val="002060"/>
              </a:solidFill>
              <a:latin typeface="Constantia" panose="02030602050306030303" pitchFamily="18" charset="0"/>
            </a:endParaRPr>
          </a:p>
        </p:txBody>
      </p:sp>
      <p:sp>
        <p:nvSpPr>
          <p:cNvPr id="2" name="Title 1"/>
          <p:cNvSpPr>
            <a:spLocks noGrp="1"/>
          </p:cNvSpPr>
          <p:nvPr>
            <p:ph type="title" idx="4"/>
          </p:nvPr>
        </p:nvSpPr>
        <p:spPr/>
        <p:txBody>
          <a:bodyPr/>
          <a:lstStyle/>
          <a:p>
            <a:r>
              <a:rPr lang="en-US" dirty="0">
                <a:latin typeface="Forte" panose="03060902040502070203" pitchFamily="66" charset="0"/>
              </a:rPr>
              <a:t>Algorithm</a:t>
            </a:r>
          </a:p>
        </p:txBody>
      </p:sp>
    </p:spTree>
    <p:extLst>
      <p:ext uri="{BB962C8B-B14F-4D97-AF65-F5344CB8AC3E}">
        <p14:creationId xmlns:p14="http://schemas.microsoft.com/office/powerpoint/2010/main" val="31844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down)">
                                      <p:cBhvr>
                                        <p:cTn id="31" dur="500"/>
                                        <p:tgtEl>
                                          <p:spTgt spid="3">
                                            <p:txEl>
                                              <p:pRg st="8" end="8"/>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down)">
                                      <p:cBhvr>
                                        <p:cTn id="34" dur="500"/>
                                        <p:tgtEl>
                                          <p:spTgt spid="3">
                                            <p:txEl>
                                              <p:pRg st="9" end="9"/>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down)">
                                      <p:cBhvr>
                                        <p:cTn id="37" dur="500"/>
                                        <p:tgtEl>
                                          <p:spTgt spid="3">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down)">
                                      <p:cBhvr>
                                        <p:cTn id="40" dur="500"/>
                                        <p:tgtEl>
                                          <p:spTgt spid="3">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down)">
                                      <p:cBhvr>
                                        <p:cTn id="43" dur="500"/>
                                        <p:tgtEl>
                                          <p:spTgt spid="3">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3">
                                            <p:txEl>
                                              <p:pRg st="13" end="13"/>
                                            </p:txEl>
                                          </p:spTgt>
                                        </p:tgtEl>
                                        <p:attrNameLst>
                                          <p:attrName>style.visibility</p:attrName>
                                        </p:attrNameLst>
                                      </p:cBhvr>
                                      <p:to>
                                        <p:strVal val="visible"/>
                                      </p:to>
                                    </p:set>
                                    <p:animEffect transition="in" filter="wipe(down)">
                                      <p:cBhvr>
                                        <p:cTn id="46" dur="500"/>
                                        <p:tgtEl>
                                          <p:spTgt spid="3">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wipe(down)">
                                      <p:cBhvr>
                                        <p:cTn id="49" dur="500"/>
                                        <p:tgtEl>
                                          <p:spTgt spid="3">
                                            <p:txEl>
                                              <p:pRg st="14" end="14"/>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3">
                                            <p:txEl>
                                              <p:pRg st="15" end="15"/>
                                            </p:txEl>
                                          </p:spTgt>
                                        </p:tgtEl>
                                        <p:attrNameLst>
                                          <p:attrName>style.visibility</p:attrName>
                                        </p:attrNameLst>
                                      </p:cBhvr>
                                      <p:to>
                                        <p:strVal val="visible"/>
                                      </p:to>
                                    </p:set>
                                    <p:animEffect transition="in" filter="wipe(down)">
                                      <p:cBhvr>
                                        <p:cTn id="52" dur="500"/>
                                        <p:tgtEl>
                                          <p:spTgt spid="3">
                                            <p:txEl>
                                              <p:pRg st="15" end="15"/>
                                            </p:txEl>
                                          </p:spTgt>
                                        </p:tgtEl>
                                      </p:cBhvr>
                                    </p:animEffect>
                                  </p:childTnLst>
                                </p:cTn>
                              </p:par>
                              <p:par>
                                <p:cTn id="53" presetID="2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Effect transition="in" filter="wipe(down)">
                                      <p:cBhvr>
                                        <p:cTn id="55" dur="500"/>
                                        <p:tgtEl>
                                          <p:spTgt spid="3">
                                            <p:txEl>
                                              <p:pRg st="16" end="16"/>
                                            </p:txEl>
                                          </p:spTgt>
                                        </p:tgtEl>
                                      </p:cBhvr>
                                    </p:animEffect>
                                  </p:childTnLst>
                                </p:cTn>
                              </p:par>
                              <p:par>
                                <p:cTn id="56" presetID="22" presetClass="entr" presetSubtype="4" fill="hold" nodeType="withEffect">
                                  <p:stCondLst>
                                    <p:cond delay="0"/>
                                  </p:stCondLst>
                                  <p:childTnLst>
                                    <p:set>
                                      <p:cBhvr>
                                        <p:cTn id="57" dur="1" fill="hold">
                                          <p:stCondLst>
                                            <p:cond delay="0"/>
                                          </p:stCondLst>
                                        </p:cTn>
                                        <p:tgtEl>
                                          <p:spTgt spid="3">
                                            <p:txEl>
                                              <p:pRg st="17" end="17"/>
                                            </p:txEl>
                                          </p:spTgt>
                                        </p:tgtEl>
                                        <p:attrNameLst>
                                          <p:attrName>style.visibility</p:attrName>
                                        </p:attrNameLst>
                                      </p:cBhvr>
                                      <p:to>
                                        <p:strVal val="visible"/>
                                      </p:to>
                                    </p:set>
                                    <p:animEffect transition="in" filter="wipe(down)">
                                      <p:cBhvr>
                                        <p:cTn id="58" dur="500"/>
                                        <p:tgtEl>
                                          <p:spTgt spid="3">
                                            <p:txEl>
                                              <p:pRg st="17" end="17"/>
                                            </p:txEl>
                                          </p:spTgt>
                                        </p:tgtEl>
                                      </p:cBhvr>
                                    </p:animEffect>
                                  </p:childTnLst>
                                </p:cTn>
                              </p:par>
                              <p:par>
                                <p:cTn id="59" presetID="22" presetClass="entr" presetSubtype="4" fill="hold" nodeType="withEffect">
                                  <p:stCondLst>
                                    <p:cond delay="0"/>
                                  </p:stCondLst>
                                  <p:childTnLst>
                                    <p:set>
                                      <p:cBhvr>
                                        <p:cTn id="60" dur="1" fill="hold">
                                          <p:stCondLst>
                                            <p:cond delay="0"/>
                                          </p:stCondLst>
                                        </p:cTn>
                                        <p:tgtEl>
                                          <p:spTgt spid="3">
                                            <p:txEl>
                                              <p:pRg st="18" end="18"/>
                                            </p:txEl>
                                          </p:spTgt>
                                        </p:tgtEl>
                                        <p:attrNameLst>
                                          <p:attrName>style.visibility</p:attrName>
                                        </p:attrNameLst>
                                      </p:cBhvr>
                                      <p:to>
                                        <p:strVal val="visible"/>
                                      </p:to>
                                    </p:set>
                                    <p:animEffect transition="in" filter="wipe(down)">
                                      <p:cBhvr>
                                        <p:cTn id="61" dur="500"/>
                                        <p:tgtEl>
                                          <p:spTgt spid="3">
                                            <p:txEl>
                                              <p:pRg st="18" end="18"/>
                                            </p:txEl>
                                          </p:spTgt>
                                        </p:tgtEl>
                                      </p:cBhvr>
                                    </p:animEffect>
                                  </p:childTnLst>
                                </p:cTn>
                              </p:par>
                              <p:par>
                                <p:cTn id="62" presetID="22" presetClass="entr" presetSubtype="4" fill="hold" nodeType="withEffect">
                                  <p:stCondLst>
                                    <p:cond delay="0"/>
                                  </p:stCondLst>
                                  <p:childTnLst>
                                    <p:set>
                                      <p:cBhvr>
                                        <p:cTn id="63" dur="1" fill="hold">
                                          <p:stCondLst>
                                            <p:cond delay="0"/>
                                          </p:stCondLst>
                                        </p:cTn>
                                        <p:tgtEl>
                                          <p:spTgt spid="3">
                                            <p:txEl>
                                              <p:pRg st="19" end="19"/>
                                            </p:txEl>
                                          </p:spTgt>
                                        </p:tgtEl>
                                        <p:attrNameLst>
                                          <p:attrName>style.visibility</p:attrName>
                                        </p:attrNameLst>
                                      </p:cBhvr>
                                      <p:to>
                                        <p:strVal val="visible"/>
                                      </p:to>
                                    </p:set>
                                    <p:animEffect transition="in" filter="wipe(down)">
                                      <p:cBhvr>
                                        <p:cTn id="64" dur="500"/>
                                        <p:tgtEl>
                                          <p:spTgt spid="3">
                                            <p:txEl>
                                              <p:pRg st="19" end="19"/>
                                            </p:txEl>
                                          </p:spTgt>
                                        </p:tgtEl>
                                      </p:cBhvr>
                                    </p:animEffect>
                                  </p:childTnLst>
                                </p:cTn>
                              </p:par>
                              <p:par>
                                <p:cTn id="65" presetID="22" presetClass="entr" presetSubtype="4" fill="hold" nodeType="withEffect">
                                  <p:stCondLst>
                                    <p:cond delay="0"/>
                                  </p:stCondLst>
                                  <p:childTnLst>
                                    <p:set>
                                      <p:cBhvr>
                                        <p:cTn id="66" dur="1" fill="hold">
                                          <p:stCondLst>
                                            <p:cond delay="0"/>
                                          </p:stCondLst>
                                        </p:cTn>
                                        <p:tgtEl>
                                          <p:spTgt spid="3">
                                            <p:txEl>
                                              <p:pRg st="20" end="20"/>
                                            </p:txEl>
                                          </p:spTgt>
                                        </p:tgtEl>
                                        <p:attrNameLst>
                                          <p:attrName>style.visibility</p:attrName>
                                        </p:attrNameLst>
                                      </p:cBhvr>
                                      <p:to>
                                        <p:strVal val="visible"/>
                                      </p:to>
                                    </p:set>
                                    <p:animEffect transition="in" filter="wipe(down)">
                                      <p:cBhvr>
                                        <p:cTn id="67" dur="500"/>
                                        <p:tgtEl>
                                          <p:spTgt spid="3">
                                            <p:txEl>
                                              <p:pRg st="20" end="20"/>
                                            </p:txEl>
                                          </p:spTgt>
                                        </p:tgtEl>
                                      </p:cBhvr>
                                    </p:animEffect>
                                  </p:childTnLst>
                                </p:cTn>
                              </p:par>
                              <p:par>
                                <p:cTn id="68" presetID="22" presetClass="entr" presetSubtype="4" fill="hold" nodeType="withEffect">
                                  <p:stCondLst>
                                    <p:cond delay="0"/>
                                  </p:stCondLst>
                                  <p:childTnLst>
                                    <p:set>
                                      <p:cBhvr>
                                        <p:cTn id="69" dur="1" fill="hold">
                                          <p:stCondLst>
                                            <p:cond delay="0"/>
                                          </p:stCondLst>
                                        </p:cTn>
                                        <p:tgtEl>
                                          <p:spTgt spid="3">
                                            <p:txEl>
                                              <p:pRg st="21" end="21"/>
                                            </p:txEl>
                                          </p:spTgt>
                                        </p:tgtEl>
                                        <p:attrNameLst>
                                          <p:attrName>style.visibility</p:attrName>
                                        </p:attrNameLst>
                                      </p:cBhvr>
                                      <p:to>
                                        <p:strVal val="visible"/>
                                      </p:to>
                                    </p:set>
                                    <p:animEffect transition="in" filter="wipe(down)">
                                      <p:cBhvr>
                                        <p:cTn id="70" dur="500"/>
                                        <p:tgtEl>
                                          <p:spTgt spid="3">
                                            <p:txEl>
                                              <p:pRg st="21" end="21"/>
                                            </p:txEl>
                                          </p:spTgt>
                                        </p:tgtEl>
                                      </p:cBhvr>
                                    </p:animEffect>
                                  </p:childTnLst>
                                </p:cTn>
                              </p:par>
                              <p:par>
                                <p:cTn id="71" presetID="22" presetClass="entr" presetSubtype="4" fill="hold" nodeType="withEffect">
                                  <p:stCondLst>
                                    <p:cond delay="0"/>
                                  </p:stCondLst>
                                  <p:childTnLst>
                                    <p:set>
                                      <p:cBhvr>
                                        <p:cTn id="72" dur="1" fill="hold">
                                          <p:stCondLst>
                                            <p:cond delay="0"/>
                                          </p:stCondLst>
                                        </p:cTn>
                                        <p:tgtEl>
                                          <p:spTgt spid="3">
                                            <p:txEl>
                                              <p:pRg st="22" end="22"/>
                                            </p:txEl>
                                          </p:spTgt>
                                        </p:tgtEl>
                                        <p:attrNameLst>
                                          <p:attrName>style.visibility</p:attrName>
                                        </p:attrNameLst>
                                      </p:cBhvr>
                                      <p:to>
                                        <p:strVal val="visible"/>
                                      </p:to>
                                    </p:set>
                                    <p:animEffect transition="in" filter="wipe(down)">
                                      <p:cBhvr>
                                        <p:cTn id="73" dur="500"/>
                                        <p:tgtEl>
                                          <p:spTgt spid="3">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subTitle" idx="1"/>
          </p:nvPr>
        </p:nvSpPr>
        <p:spPr>
          <a:xfrm flipH="1">
            <a:off x="609599" y="304799"/>
            <a:ext cx="11224589" cy="6374295"/>
          </a:xfrm>
        </p:spPr>
        <p:txBody>
          <a:bodyPr>
            <a:normAutofit lnSpcReduction="10000"/>
          </a:bodyPr>
          <a:lstStyle/>
          <a:p>
            <a:pPr marL="139700" indent="0">
              <a:buNone/>
            </a:pPr>
            <a:r>
              <a:rPr lang="en-US" dirty="0"/>
              <a:t>   </a:t>
            </a:r>
            <a:r>
              <a:rPr lang="en-US" dirty="0">
                <a:solidFill>
                  <a:srgbClr val="002060"/>
                </a:solidFill>
                <a:latin typeface="Constantia" panose="02030602050306030303" pitchFamily="18" charset="0"/>
              </a:rPr>
              <a:t>If option ‘i’ is encountered, then enter item id to be deleted. If item id exists delete the item. If item id is                    valid then go to further process and if invalid go to step 5.</a:t>
            </a:r>
          </a:p>
          <a:p>
            <a:pPr marL="139700" indent="0">
              <a:buNone/>
            </a:pPr>
            <a:r>
              <a:rPr lang="en-US" dirty="0">
                <a:solidFill>
                  <a:srgbClr val="002060"/>
                </a:solidFill>
                <a:latin typeface="Constantia" panose="02030602050306030303" pitchFamily="18" charset="0"/>
              </a:rPr>
              <a:t>    If option ‘ii’ is encountered, we can edit items detail in the store. Then go to step 5.</a:t>
            </a:r>
          </a:p>
          <a:p>
            <a:pPr marL="139700" indent="0">
              <a:buNone/>
            </a:pPr>
            <a:r>
              <a:rPr lang="en-US" dirty="0">
                <a:solidFill>
                  <a:srgbClr val="002060"/>
                </a:solidFill>
                <a:latin typeface="Constantia" panose="02030602050306030303" pitchFamily="18" charset="0"/>
              </a:rPr>
              <a:t>    If option ‘iii’ is encountered, we can remove issued item record for a particular id. Then go to step 5.          If option ‘iv’ is encountered, go to step 3.</a:t>
            </a:r>
          </a:p>
          <a:p>
            <a:r>
              <a:rPr lang="en-US" dirty="0">
                <a:solidFill>
                  <a:srgbClr val="002060"/>
                </a:solidFill>
                <a:latin typeface="Constantia" panose="02030602050306030303" pitchFamily="18" charset="0"/>
              </a:rPr>
              <a:t>Step 6: If choice is ‘c’. Select an option</a:t>
            </a:r>
          </a:p>
          <a:p>
            <a:pPr marL="139700" lvl="0" indent="0">
              <a:buNone/>
            </a:pPr>
            <a:r>
              <a:rPr lang="en-US" dirty="0">
                <a:solidFill>
                  <a:srgbClr val="002060"/>
                </a:solidFill>
                <a:latin typeface="Constantia" panose="02030602050306030303" pitchFamily="18" charset="0"/>
              </a:rPr>
              <a:t>       i. View items in store</a:t>
            </a:r>
          </a:p>
          <a:p>
            <a:pPr marL="139700" lvl="0" indent="0">
              <a:buNone/>
            </a:pPr>
            <a:r>
              <a:rPr lang="en-US" dirty="0">
                <a:solidFill>
                  <a:srgbClr val="002060"/>
                </a:solidFill>
                <a:latin typeface="Constantia" panose="02030602050306030303" pitchFamily="18" charset="0"/>
              </a:rPr>
              <a:t>       ii. Search items in store</a:t>
            </a:r>
          </a:p>
          <a:p>
            <a:pPr marL="139700" lvl="0" indent="0">
              <a:buNone/>
            </a:pPr>
            <a:r>
              <a:rPr lang="en-US" dirty="0">
                <a:solidFill>
                  <a:srgbClr val="002060"/>
                </a:solidFill>
                <a:latin typeface="Constantia" panose="02030602050306030303" pitchFamily="18" charset="0"/>
              </a:rPr>
              <a:t>       iii. View issued item</a:t>
            </a:r>
          </a:p>
          <a:p>
            <a:pPr marL="139700" lvl="0" indent="0">
              <a:buNone/>
            </a:pPr>
            <a:r>
              <a:rPr lang="en-US" dirty="0">
                <a:solidFill>
                  <a:srgbClr val="002060"/>
                </a:solidFill>
                <a:latin typeface="Constantia" panose="02030602050306030303" pitchFamily="18" charset="0"/>
              </a:rPr>
              <a:t>       iv. Search issued item</a:t>
            </a:r>
          </a:p>
          <a:p>
            <a:pPr marL="139700" lvl="0" indent="0">
              <a:buNone/>
            </a:pPr>
            <a:r>
              <a:rPr lang="en-US" dirty="0">
                <a:solidFill>
                  <a:srgbClr val="002060"/>
                </a:solidFill>
                <a:latin typeface="Constantia" panose="02030602050306030303" pitchFamily="18" charset="0"/>
              </a:rPr>
              <a:t>       v. exit</a:t>
            </a:r>
          </a:p>
          <a:p>
            <a:pPr marL="139700" indent="0">
              <a:buNone/>
            </a:pPr>
            <a:r>
              <a:rPr lang="en-US" dirty="0">
                <a:solidFill>
                  <a:srgbClr val="002060"/>
                </a:solidFill>
                <a:latin typeface="Constantia" panose="02030602050306030303" pitchFamily="18" charset="0"/>
              </a:rPr>
              <a:t>      If option ‘i’ is encountered, view the list of all items in the store. If option ‘ii’ is encountered, search the items in store by id or name. If option ‘iii’ is encountered, view the list of all issued item or the list of issued item for a particular data in the store. If ‘iv’ is encountered, we can search issued item by id. If ‘v’ is encountered, go to step 3 else go to step 6. </a:t>
            </a:r>
          </a:p>
          <a:p>
            <a:r>
              <a:rPr lang="en-US" dirty="0">
                <a:solidFill>
                  <a:srgbClr val="002060"/>
                </a:solidFill>
                <a:latin typeface="Constantia" panose="02030602050306030303" pitchFamily="18" charset="0"/>
              </a:rPr>
              <a:t>Step 7: If choice is ‘d’. Select an option</a:t>
            </a:r>
          </a:p>
          <a:p>
            <a:pPr marL="139700" lvl="0" indent="0">
              <a:buNone/>
            </a:pPr>
            <a:r>
              <a:rPr lang="en-US" dirty="0">
                <a:solidFill>
                  <a:srgbClr val="002060"/>
                </a:solidFill>
                <a:latin typeface="Constantia" panose="02030602050306030303" pitchFamily="18" charset="0"/>
              </a:rPr>
              <a:t>       i. bill </a:t>
            </a:r>
          </a:p>
          <a:p>
            <a:pPr marL="139700" lvl="0" indent="0">
              <a:buNone/>
            </a:pPr>
            <a:r>
              <a:rPr lang="en-US" dirty="0">
                <a:solidFill>
                  <a:srgbClr val="002060"/>
                </a:solidFill>
                <a:latin typeface="Constantia" panose="02030602050306030303" pitchFamily="18" charset="0"/>
              </a:rPr>
              <a:t>       ii. Issue an item.</a:t>
            </a:r>
          </a:p>
          <a:p>
            <a:pPr marL="139700" lvl="0" indent="0">
              <a:buNone/>
            </a:pPr>
            <a:r>
              <a:rPr lang="en-US" dirty="0">
                <a:solidFill>
                  <a:srgbClr val="002060"/>
                </a:solidFill>
                <a:latin typeface="Constantia" panose="02030602050306030303" pitchFamily="18" charset="0"/>
              </a:rPr>
              <a:t>       iii. exit</a:t>
            </a:r>
          </a:p>
          <a:p>
            <a:pPr marL="139700" indent="0">
              <a:buNone/>
            </a:pPr>
            <a:r>
              <a:rPr lang="en-US" dirty="0">
                <a:solidFill>
                  <a:srgbClr val="002060"/>
                </a:solidFill>
                <a:latin typeface="Constantia" panose="02030602050306030303" pitchFamily="18" charset="0"/>
              </a:rPr>
              <a:t>    If option ‘i’ is encountered, generate bill. If option ‘ii’ is encountered, issue record is maintained. If ‘iii’ encountered, go to step 3.</a:t>
            </a:r>
          </a:p>
          <a:p>
            <a:r>
              <a:rPr lang="en-US" dirty="0">
                <a:solidFill>
                  <a:srgbClr val="002060"/>
                </a:solidFill>
                <a:latin typeface="Constantia" panose="02030602050306030303" pitchFamily="18" charset="0"/>
              </a:rPr>
              <a:t>Step 8: If choice is ‘e’, close the application’.</a:t>
            </a:r>
          </a:p>
          <a:p>
            <a:r>
              <a:rPr lang="en-US" dirty="0">
                <a:solidFill>
                  <a:srgbClr val="002060"/>
                </a:solidFill>
                <a:latin typeface="Constantia" panose="02030602050306030303" pitchFamily="18" charset="0"/>
              </a:rPr>
              <a:t>Step 9: end</a:t>
            </a:r>
          </a:p>
          <a:p>
            <a:pPr marL="139700" indent="0">
              <a:buNone/>
            </a:pPr>
            <a:endParaRPr lang="en-US" dirty="0"/>
          </a:p>
        </p:txBody>
      </p:sp>
    </p:spTree>
    <p:extLst>
      <p:ext uri="{BB962C8B-B14F-4D97-AF65-F5344CB8AC3E}">
        <p14:creationId xmlns:p14="http://schemas.microsoft.com/office/powerpoint/2010/main" val="3543072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Flowchart</a:t>
            </a:r>
          </a:p>
        </p:txBody>
      </p:sp>
      <p:pic>
        <p:nvPicPr>
          <p:cNvPr id="5" name="Content Placeholder 4">
            <a:extLst>
              <a:ext uri="{FF2B5EF4-FFF2-40B4-BE49-F238E27FC236}">
                <a16:creationId xmlns:a16="http://schemas.microsoft.com/office/drawing/2014/main" id="{08466651-4BFC-4C3E-8168-321DBB76E823}"/>
              </a:ext>
            </a:extLst>
          </p:cNvPr>
          <p:cNvPicPr>
            <a:picLocks noGrp="1" noChangeAspect="1"/>
          </p:cNvPicPr>
          <p:nvPr>
            <p:ph idx="1"/>
          </p:nvPr>
        </p:nvPicPr>
        <p:blipFill>
          <a:blip r:embed="rId2"/>
          <a:stretch>
            <a:fillRect/>
          </a:stretch>
        </p:blipFill>
        <p:spPr>
          <a:xfrm>
            <a:off x="415600" y="1356967"/>
            <a:ext cx="11360150" cy="5015698"/>
          </a:xfrm>
        </p:spPr>
      </p:pic>
    </p:spTree>
    <p:extLst>
      <p:ext uri="{BB962C8B-B14F-4D97-AF65-F5344CB8AC3E}">
        <p14:creationId xmlns:p14="http://schemas.microsoft.com/office/powerpoint/2010/main" val="392928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9A6C6-77E5-4C84-BEF2-23B19E05BEF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B89C517-7B5A-4F55-8EEC-BD936E48DEA7}"/>
              </a:ext>
            </a:extLst>
          </p:cNvPr>
          <p:cNvPicPr>
            <a:picLocks noGrp="1" noChangeAspect="1"/>
          </p:cNvPicPr>
          <p:nvPr>
            <p:ph idx="1"/>
          </p:nvPr>
        </p:nvPicPr>
        <p:blipFill>
          <a:blip r:embed="rId2"/>
          <a:stretch>
            <a:fillRect/>
          </a:stretch>
        </p:blipFill>
        <p:spPr>
          <a:xfrm>
            <a:off x="415925" y="593366"/>
            <a:ext cx="11360150" cy="5976245"/>
          </a:xfrm>
        </p:spPr>
      </p:pic>
    </p:spTree>
    <p:extLst>
      <p:ext uri="{BB962C8B-B14F-4D97-AF65-F5344CB8AC3E}">
        <p14:creationId xmlns:p14="http://schemas.microsoft.com/office/powerpoint/2010/main" val="336871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8192-F07C-4189-A98D-14F7465F9A0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06C3CEF-139E-4696-89B8-DEB2CD272A84}"/>
              </a:ext>
            </a:extLst>
          </p:cNvPr>
          <p:cNvPicPr>
            <a:picLocks noGrp="1" noChangeAspect="1"/>
          </p:cNvPicPr>
          <p:nvPr>
            <p:ph idx="1"/>
          </p:nvPr>
        </p:nvPicPr>
        <p:blipFill>
          <a:blip r:embed="rId2"/>
          <a:stretch>
            <a:fillRect/>
          </a:stretch>
        </p:blipFill>
        <p:spPr>
          <a:xfrm>
            <a:off x="415925" y="1356967"/>
            <a:ext cx="11360150" cy="4907666"/>
          </a:xfrm>
        </p:spPr>
      </p:pic>
    </p:spTree>
    <p:extLst>
      <p:ext uri="{BB962C8B-B14F-4D97-AF65-F5344CB8AC3E}">
        <p14:creationId xmlns:p14="http://schemas.microsoft.com/office/powerpoint/2010/main" val="3576025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77B35-C45D-4A05-BC7A-86677FED28F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4119E0C-987D-4DEF-B210-48FA7C1ECD72}"/>
              </a:ext>
            </a:extLst>
          </p:cNvPr>
          <p:cNvPicPr>
            <a:picLocks noGrp="1" noChangeAspect="1"/>
          </p:cNvPicPr>
          <p:nvPr>
            <p:ph idx="1"/>
          </p:nvPr>
        </p:nvPicPr>
        <p:blipFill>
          <a:blip r:embed="rId2"/>
          <a:stretch>
            <a:fillRect/>
          </a:stretch>
        </p:blipFill>
        <p:spPr>
          <a:xfrm>
            <a:off x="415925" y="1356967"/>
            <a:ext cx="11360150" cy="5086035"/>
          </a:xfrm>
        </p:spPr>
      </p:pic>
    </p:spTree>
    <p:extLst>
      <p:ext uri="{BB962C8B-B14F-4D97-AF65-F5344CB8AC3E}">
        <p14:creationId xmlns:p14="http://schemas.microsoft.com/office/powerpoint/2010/main" val="3238592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C8599D7-4D27-490E-B2C5-F26310CB449C}"/>
              </a:ext>
            </a:extLst>
          </p:cNvPr>
          <p:cNvSpPr>
            <a:spLocks noGrp="1"/>
          </p:cNvSpPr>
          <p:nvPr>
            <p:ph type="body" idx="1"/>
          </p:nvPr>
        </p:nvSpPr>
        <p:spPr/>
        <p:txBody>
          <a:bodyPr/>
          <a:lstStyle/>
          <a:p>
            <a:endParaRPr lang="en-US" dirty="0"/>
          </a:p>
        </p:txBody>
      </p:sp>
      <p:sp>
        <p:nvSpPr>
          <p:cNvPr id="7" name="Title 6">
            <a:extLst>
              <a:ext uri="{FF2B5EF4-FFF2-40B4-BE49-F238E27FC236}">
                <a16:creationId xmlns:a16="http://schemas.microsoft.com/office/drawing/2014/main" id="{907D380F-A988-45DD-A5BF-E32B3B222815}"/>
              </a:ext>
            </a:extLst>
          </p:cNvPr>
          <p:cNvSpPr>
            <a:spLocks noGrp="1"/>
          </p:cNvSpPr>
          <p:nvPr>
            <p:ph type="title"/>
          </p:nvPr>
        </p:nvSpPr>
        <p:spPr/>
        <p:txBody>
          <a:bodyPr/>
          <a:lstStyle/>
          <a:p>
            <a:r>
              <a:rPr lang="en-US" sz="3500" dirty="0"/>
              <a:t>FLOWCHART</a:t>
            </a:r>
          </a:p>
        </p:txBody>
      </p:sp>
      <p:pic>
        <p:nvPicPr>
          <p:cNvPr id="10" name="Picture 9">
            <a:extLst>
              <a:ext uri="{FF2B5EF4-FFF2-40B4-BE49-F238E27FC236}">
                <a16:creationId xmlns:a16="http://schemas.microsoft.com/office/drawing/2014/main" id="{8DE33105-F6E4-4D6D-9EDC-5E919935E378}"/>
              </a:ext>
            </a:extLst>
          </p:cNvPr>
          <p:cNvPicPr>
            <a:picLocks noChangeAspect="1"/>
          </p:cNvPicPr>
          <p:nvPr/>
        </p:nvPicPr>
        <p:blipFill>
          <a:blip r:embed="rId2"/>
          <a:stretch>
            <a:fillRect/>
          </a:stretch>
        </p:blipFill>
        <p:spPr>
          <a:xfrm>
            <a:off x="787400" y="1104575"/>
            <a:ext cx="10597200" cy="5530258"/>
          </a:xfrm>
          <a:prstGeom prst="rect">
            <a:avLst/>
          </a:prstGeom>
        </p:spPr>
      </p:pic>
    </p:spTree>
    <p:extLst>
      <p:ext uri="{BB962C8B-B14F-4D97-AF65-F5344CB8AC3E}">
        <p14:creationId xmlns:p14="http://schemas.microsoft.com/office/powerpoint/2010/main" val="1807645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593725"/>
            <a:ext cx="11360150" cy="763588"/>
          </a:xfrm>
        </p:spPr>
        <p:txBody>
          <a:bodyPr/>
          <a:lstStyle/>
          <a:p>
            <a:r>
              <a:rPr lang="en-US" dirty="0"/>
              <a:t>Result and discussion </a:t>
            </a:r>
          </a:p>
        </p:txBody>
      </p:sp>
      <p:sp>
        <p:nvSpPr>
          <p:cNvPr id="3" name="Content Placeholder 2"/>
          <p:cNvSpPr>
            <a:spLocks noGrp="1"/>
          </p:cNvSpPr>
          <p:nvPr>
            <p:ph idx="4294967295"/>
          </p:nvPr>
        </p:nvSpPr>
        <p:spPr>
          <a:xfrm>
            <a:off x="0" y="1536700"/>
            <a:ext cx="11360150" cy="4554538"/>
          </a:xfrm>
        </p:spPr>
        <p:txBody>
          <a:bodyPr/>
          <a:lstStyle/>
          <a:p>
            <a:r>
              <a:rPr lang="en-US" dirty="0"/>
              <a:t>We have created a management system which includes 9 basic functions needed to manage the department store system.</a:t>
            </a:r>
          </a:p>
          <a:p>
            <a:pPr marL="0" indent="0">
              <a:buNone/>
            </a:pPr>
            <a:r>
              <a:rPr lang="en-US" dirty="0"/>
              <a:t>                                                                         </a:t>
            </a:r>
          </a:p>
          <a:p>
            <a:pPr marL="0" indent="0">
              <a:buNone/>
            </a:pPr>
            <a:r>
              <a:rPr lang="en-US" dirty="0"/>
              <a:t>                                                                       </a:t>
            </a: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576386" y="2934493"/>
            <a:ext cx="3948651" cy="2294329"/>
          </a:xfrm>
          <a:prstGeom prst="rect">
            <a:avLst/>
          </a:prstGeom>
        </p:spPr>
      </p:pic>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6156102" y="2934494"/>
            <a:ext cx="3978666" cy="2294328"/>
          </a:xfrm>
          <a:prstGeom prst="rect">
            <a:avLst/>
          </a:prstGeom>
        </p:spPr>
      </p:pic>
      <p:sp>
        <p:nvSpPr>
          <p:cNvPr id="6" name="Rectangle 5"/>
          <p:cNvSpPr/>
          <p:nvPr/>
        </p:nvSpPr>
        <p:spPr>
          <a:xfrm>
            <a:off x="2070145" y="5363759"/>
            <a:ext cx="2961132" cy="369332"/>
          </a:xfrm>
          <a:prstGeom prst="rect">
            <a:avLst/>
          </a:prstGeom>
        </p:spPr>
        <p:txBody>
          <a:bodyPr wrap="none">
            <a:spAutoFit/>
          </a:bodyPr>
          <a:lstStyle/>
          <a:p>
            <a:r>
              <a:rPr lang="en-US" dirty="0">
                <a:effectLst/>
                <a:latin typeface="Times New Roman" panose="02020603050405020304" pitchFamily="18" charset="0"/>
                <a:ea typeface="Calibri" panose="020F0502020204030204" pitchFamily="34" charset="0"/>
              </a:rPr>
              <a:t> Fig 5.1: Admin/Exit interface</a:t>
            </a:r>
            <a:endParaRPr lang="en-US" dirty="0"/>
          </a:p>
        </p:txBody>
      </p:sp>
      <p:sp>
        <p:nvSpPr>
          <p:cNvPr id="7" name="Rectangle 6"/>
          <p:cNvSpPr/>
          <p:nvPr/>
        </p:nvSpPr>
        <p:spPr>
          <a:xfrm>
            <a:off x="6670714" y="5314196"/>
            <a:ext cx="2662717" cy="388696"/>
          </a:xfrm>
          <a:prstGeom prst="rect">
            <a:avLst/>
          </a:prstGeom>
        </p:spPr>
        <p:txBody>
          <a:bodyPr wrap="none">
            <a:spAutoFit/>
          </a:bodyPr>
          <a:lstStyle/>
          <a:p>
            <a:pPr algn="ctr">
              <a:lnSpc>
                <a:spcPct val="107000"/>
              </a:lnSpc>
              <a:spcAft>
                <a:spcPts val="800"/>
              </a:spcAft>
              <a:tabLst>
                <a:tab pos="1057275" algn="l"/>
              </a:tabLst>
            </a:pPr>
            <a:r>
              <a:rPr lang="en-US" dirty="0">
                <a:effectLst/>
                <a:latin typeface="Times New Roman" panose="02020603050405020304" pitchFamily="18" charset="0"/>
                <a:ea typeface="Calibri" panose="020F0502020204030204" pitchFamily="34" charset="0"/>
                <a:cs typeface="Mangal"/>
              </a:rPr>
              <a:t>Fig 5.2: Welcome message</a:t>
            </a:r>
            <a:endParaRPr lang="en-US" sz="16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1830283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br>
              <a:rPr lang="en-US" sz="3600" dirty="0"/>
            </a:br>
            <a:r>
              <a:rPr lang="en-US" sz="3600" dirty="0"/>
              <a:t>               </a:t>
            </a:r>
            <a:r>
              <a:rPr lang="en-US" sz="2000" dirty="0"/>
              <a:t>Fig 5.5: Adding Category</a:t>
            </a:r>
          </a:p>
        </p:txBody>
      </p:sp>
      <p:sp>
        <p:nvSpPr>
          <p:cNvPr id="5" name="Subtitle 4"/>
          <p:cNvSpPr>
            <a:spLocks noGrp="1"/>
          </p:cNvSpPr>
          <p:nvPr>
            <p:ph type="subTitle" idx="4294967295"/>
          </p:nvPr>
        </p:nvSpPr>
        <p:spPr>
          <a:xfrm>
            <a:off x="8142963" y="4003815"/>
            <a:ext cx="3690937" cy="625475"/>
          </a:xfrm>
        </p:spPr>
        <p:txBody>
          <a:bodyPr/>
          <a:lstStyle/>
          <a:p>
            <a:pPr marL="139700" indent="0">
              <a:buNone/>
            </a:pPr>
            <a:r>
              <a:rPr lang="en-US" sz="2000" dirty="0"/>
              <a:t>Fig 5.4: Add</a:t>
            </a:r>
          </a:p>
          <a:p>
            <a:pPr marL="139700" indent="0">
              <a:buNone/>
            </a:pPr>
            <a:endParaRPr lang="en-US" sz="2000" dirty="0"/>
          </a:p>
          <a:p>
            <a:pPr marL="139700" indent="0">
              <a:buNone/>
            </a:pPr>
            <a:endParaRPr lang="en-US" sz="2000" dirty="0"/>
          </a:p>
          <a:p>
            <a:pPr marL="139700" indent="0">
              <a:buNone/>
            </a:pPr>
            <a:endParaRPr lang="en-US" sz="2000" dirty="0"/>
          </a:p>
          <a:p>
            <a:pPr marL="139700" indent="0">
              <a:buNone/>
            </a:pPr>
            <a:endParaRPr lang="en-US" sz="2000" dirty="0"/>
          </a:p>
          <a:p>
            <a:pPr marL="139700" indent="0">
              <a:buNone/>
            </a:pPr>
            <a:r>
              <a:rPr lang="en-US" sz="2000" dirty="0"/>
              <a:t>Fig 5.5: Adding Category</a:t>
            </a:r>
          </a:p>
          <a:p>
            <a:pPr marL="139700" indent="0">
              <a:buNone/>
            </a:pPr>
            <a:endParaRPr lang="en-US" sz="2000" dirty="0"/>
          </a:p>
        </p:txBody>
      </p:sp>
      <p:sp>
        <p:nvSpPr>
          <p:cNvPr id="6" name="Title 5"/>
          <p:cNvSpPr>
            <a:spLocks noGrp="1"/>
          </p:cNvSpPr>
          <p:nvPr>
            <p:ph type="title" idx="4294967295"/>
          </p:nvPr>
        </p:nvSpPr>
        <p:spPr>
          <a:xfrm flipH="1">
            <a:off x="2213113" y="2511459"/>
            <a:ext cx="3071813" cy="798512"/>
          </a:xfrm>
        </p:spPr>
        <p:txBody>
          <a:bodyPr/>
          <a:lstStyle/>
          <a:p>
            <a:r>
              <a:rPr lang="en-US" sz="2000" dirty="0"/>
              <a:t>Fig 5.3: Admin panel</a:t>
            </a:r>
            <a:br>
              <a:rPr lang="en-US" sz="2000" dirty="0"/>
            </a:br>
            <a:br>
              <a:rPr lang="en-US" sz="2000" dirty="0"/>
            </a:br>
            <a:endParaRPr lang="en-US" sz="2000" dirty="0"/>
          </a:p>
        </p:txBody>
      </p:sp>
      <p:pic>
        <p:nvPicPr>
          <p:cNvPr id="7" name="Picture 6"/>
          <p:cNvPicPr/>
          <p:nvPr/>
        </p:nvPicPr>
        <p:blipFill>
          <a:blip r:embed="rId2"/>
          <a:stretch>
            <a:fillRect/>
          </a:stretch>
        </p:blipFill>
        <p:spPr>
          <a:xfrm>
            <a:off x="841055" y="389259"/>
            <a:ext cx="7000751" cy="2055592"/>
          </a:xfrm>
          <a:prstGeom prst="rect">
            <a:avLst/>
          </a:prstGeom>
        </p:spPr>
      </p:pic>
      <p:pic>
        <p:nvPicPr>
          <p:cNvPr id="8" name="Picture 7"/>
          <p:cNvPicPr/>
          <p:nvPr/>
        </p:nvPicPr>
        <p:blipFill>
          <a:blip r:embed="rId3"/>
          <a:stretch>
            <a:fillRect/>
          </a:stretch>
        </p:blipFill>
        <p:spPr>
          <a:xfrm>
            <a:off x="4341430" y="2795277"/>
            <a:ext cx="7265794" cy="1312311"/>
          </a:xfrm>
          <a:prstGeom prst="rect">
            <a:avLst/>
          </a:prstGeom>
        </p:spPr>
      </p:pic>
      <p:pic>
        <p:nvPicPr>
          <p:cNvPr id="9" name="Picture 8"/>
          <p:cNvPicPr/>
          <p:nvPr/>
        </p:nvPicPr>
        <p:blipFill>
          <a:blip r:embed="rId4"/>
          <a:stretch>
            <a:fillRect/>
          </a:stretch>
        </p:blipFill>
        <p:spPr>
          <a:xfrm>
            <a:off x="1009691" y="4316553"/>
            <a:ext cx="7265794" cy="1946027"/>
          </a:xfrm>
          <a:prstGeom prst="rect">
            <a:avLst/>
          </a:prstGeom>
        </p:spPr>
      </p:pic>
    </p:spTree>
    <p:extLst>
      <p:ext uri="{BB962C8B-B14F-4D97-AF65-F5344CB8AC3E}">
        <p14:creationId xmlns:p14="http://schemas.microsoft.com/office/powerpoint/2010/main" val="1319287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p:nvPr/>
        </p:nvPicPr>
        <p:blipFill>
          <a:blip r:embed="rId2"/>
          <a:stretch>
            <a:fillRect/>
          </a:stretch>
        </p:blipFill>
        <p:spPr>
          <a:xfrm>
            <a:off x="1825197" y="212035"/>
            <a:ext cx="8074177" cy="1917548"/>
          </a:xfrm>
          <a:prstGeom prst="rect">
            <a:avLst/>
          </a:prstGeom>
        </p:spPr>
      </p:pic>
      <p:sp>
        <p:nvSpPr>
          <p:cNvPr id="12" name="Rectangle 11"/>
          <p:cNvSpPr/>
          <p:nvPr/>
        </p:nvSpPr>
        <p:spPr>
          <a:xfrm>
            <a:off x="4629550" y="2180590"/>
            <a:ext cx="2210862" cy="388696"/>
          </a:xfrm>
          <a:prstGeom prst="rect">
            <a:avLst/>
          </a:prstGeom>
        </p:spPr>
        <p:txBody>
          <a:bodyPr wrap="non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5.6: Modify items</a:t>
            </a:r>
            <a:endParaRPr lang="en-US" sz="1600" dirty="0">
              <a:effectLst/>
              <a:latin typeface="Calibri" panose="020F0502020204030204" pitchFamily="34" charset="0"/>
              <a:ea typeface="Calibri" panose="020F0502020204030204" pitchFamily="34" charset="0"/>
              <a:cs typeface="Mangal"/>
            </a:endParaRPr>
          </a:p>
        </p:txBody>
      </p:sp>
      <p:pic>
        <p:nvPicPr>
          <p:cNvPr id="13" name="Picture 12"/>
          <p:cNvPicPr/>
          <p:nvPr/>
        </p:nvPicPr>
        <p:blipFill>
          <a:blip r:embed="rId3">
            <a:extLst>
              <a:ext uri="{28A0092B-C50C-407E-A947-70E740481C1C}">
                <a14:useLocalDpi xmlns:a14="http://schemas.microsoft.com/office/drawing/2010/main" val="0"/>
              </a:ext>
            </a:extLst>
          </a:blip>
          <a:stretch>
            <a:fillRect/>
          </a:stretch>
        </p:blipFill>
        <p:spPr>
          <a:xfrm>
            <a:off x="1825197" y="2620294"/>
            <a:ext cx="8074177" cy="3174762"/>
          </a:xfrm>
          <a:prstGeom prst="rect">
            <a:avLst/>
          </a:prstGeom>
        </p:spPr>
      </p:pic>
      <p:sp>
        <p:nvSpPr>
          <p:cNvPr id="14" name="Rectangle 13"/>
          <p:cNvSpPr/>
          <p:nvPr/>
        </p:nvSpPr>
        <p:spPr>
          <a:xfrm>
            <a:off x="4705558" y="5916435"/>
            <a:ext cx="2313454" cy="369332"/>
          </a:xfrm>
          <a:prstGeom prst="rect">
            <a:avLst/>
          </a:prstGeom>
        </p:spPr>
        <p:txBody>
          <a:bodyPr wrap="none">
            <a:spAutoFit/>
          </a:bodyPr>
          <a:lstStyle/>
          <a:p>
            <a:r>
              <a:rPr lang="en-US" dirty="0">
                <a:solidFill>
                  <a:srgbClr val="000000"/>
                </a:solidFill>
                <a:latin typeface="Times New Roman" panose="02020603050405020304" pitchFamily="18" charset="0"/>
                <a:ea typeface="Calibri" panose="020F0502020204030204" pitchFamily="34" charset="0"/>
              </a:rPr>
              <a:t>Fig 5.7: Deleting items</a:t>
            </a:r>
            <a:endParaRPr lang="en-US" dirty="0"/>
          </a:p>
        </p:txBody>
      </p:sp>
    </p:spTree>
    <p:extLst>
      <p:ext uri="{BB962C8B-B14F-4D97-AF65-F5344CB8AC3E}">
        <p14:creationId xmlns:p14="http://schemas.microsoft.com/office/powerpoint/2010/main" val="2994932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p:nvPr/>
        </p:nvPicPr>
        <p:blipFill>
          <a:blip r:embed="rId2"/>
          <a:stretch>
            <a:fillRect/>
          </a:stretch>
        </p:blipFill>
        <p:spPr>
          <a:xfrm>
            <a:off x="2651523" y="102812"/>
            <a:ext cx="5904342" cy="3653709"/>
          </a:xfrm>
          <a:prstGeom prst="rect">
            <a:avLst/>
          </a:prstGeom>
        </p:spPr>
      </p:pic>
      <p:sp>
        <p:nvSpPr>
          <p:cNvPr id="9" name="Rectangle 8"/>
          <p:cNvSpPr/>
          <p:nvPr/>
        </p:nvSpPr>
        <p:spPr>
          <a:xfrm>
            <a:off x="4044274" y="3853080"/>
            <a:ext cx="2351926" cy="388696"/>
          </a:xfrm>
          <a:prstGeom prst="rect">
            <a:avLst/>
          </a:prstGeom>
        </p:spPr>
        <p:txBody>
          <a:bodyPr wrap="non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5.8: Editing section</a:t>
            </a:r>
            <a:endParaRPr lang="en-US" sz="1600" dirty="0">
              <a:effectLst/>
              <a:latin typeface="Calibri" panose="020F0502020204030204" pitchFamily="34" charset="0"/>
              <a:ea typeface="Calibri" panose="020F0502020204030204" pitchFamily="34" charset="0"/>
              <a:cs typeface="Mangal"/>
            </a:endParaRPr>
          </a:p>
        </p:txBody>
      </p:sp>
      <p:pic>
        <p:nvPicPr>
          <p:cNvPr id="10" name="Picture 9"/>
          <p:cNvPicPr/>
          <p:nvPr/>
        </p:nvPicPr>
        <p:blipFill>
          <a:blip r:embed="rId3"/>
          <a:stretch>
            <a:fillRect/>
          </a:stretch>
        </p:blipFill>
        <p:spPr>
          <a:xfrm>
            <a:off x="2651523" y="4436739"/>
            <a:ext cx="5904342" cy="1712891"/>
          </a:xfrm>
          <a:prstGeom prst="rect">
            <a:avLst/>
          </a:prstGeom>
        </p:spPr>
      </p:pic>
      <p:sp>
        <p:nvSpPr>
          <p:cNvPr id="11" name="Rectangle 10"/>
          <p:cNvSpPr/>
          <p:nvPr/>
        </p:nvSpPr>
        <p:spPr>
          <a:xfrm>
            <a:off x="3735234" y="6149630"/>
            <a:ext cx="3736920" cy="388696"/>
          </a:xfrm>
          <a:prstGeom prst="rect">
            <a:avLst/>
          </a:prstGeom>
        </p:spPr>
        <p:txBody>
          <a:bodyPr wrap="non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5.9: Removing issued item section</a:t>
            </a:r>
            <a:endParaRPr lang="en-US" sz="16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3233949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2856439" y="516672"/>
            <a:ext cx="6983020" cy="2537138"/>
          </a:xfrm>
          <a:prstGeom prst="rect">
            <a:avLst/>
          </a:prstGeom>
        </p:spPr>
      </p:pic>
      <p:sp>
        <p:nvSpPr>
          <p:cNvPr id="3" name="Rectangle 2"/>
          <p:cNvSpPr/>
          <p:nvPr/>
        </p:nvSpPr>
        <p:spPr>
          <a:xfrm>
            <a:off x="4636701" y="3182061"/>
            <a:ext cx="2760994" cy="388696"/>
          </a:xfrm>
          <a:prstGeom prst="rect">
            <a:avLst/>
          </a:prstGeom>
        </p:spPr>
        <p:txBody>
          <a:bodyPr wrap="squar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5.10: Display items</a:t>
            </a:r>
            <a:endParaRPr lang="en-US" sz="1600" dirty="0">
              <a:effectLst/>
              <a:latin typeface="Calibri" panose="020F0502020204030204" pitchFamily="34" charset="0"/>
              <a:ea typeface="Calibri" panose="020F0502020204030204" pitchFamily="34" charset="0"/>
              <a:cs typeface="Mangal"/>
            </a:endParaRPr>
          </a:p>
        </p:txBody>
      </p:sp>
      <p:pic>
        <p:nvPicPr>
          <p:cNvPr id="4" name="Picture 3"/>
          <p:cNvPicPr/>
          <p:nvPr/>
        </p:nvPicPr>
        <p:blipFill>
          <a:blip r:embed="rId3"/>
          <a:stretch>
            <a:fillRect/>
          </a:stretch>
        </p:blipFill>
        <p:spPr>
          <a:xfrm>
            <a:off x="2400353" y="3762422"/>
            <a:ext cx="7895192" cy="1673000"/>
          </a:xfrm>
          <a:prstGeom prst="rect">
            <a:avLst/>
          </a:prstGeom>
        </p:spPr>
      </p:pic>
      <p:sp>
        <p:nvSpPr>
          <p:cNvPr id="5" name="Rectangle 4"/>
          <p:cNvSpPr/>
          <p:nvPr/>
        </p:nvSpPr>
        <p:spPr>
          <a:xfrm>
            <a:off x="4793846" y="5563673"/>
            <a:ext cx="2887828" cy="388696"/>
          </a:xfrm>
          <a:prstGeom prst="rect">
            <a:avLst/>
          </a:prstGeom>
        </p:spPr>
        <p:txBody>
          <a:bodyPr wrap="square">
            <a:spAutoFit/>
          </a:bodyPr>
          <a:lstStyle/>
          <a:p>
            <a:pPr algn="ctr">
              <a:lnSpc>
                <a:spcPct val="107000"/>
              </a:lnSpc>
              <a:spcAft>
                <a:spcPts val="800"/>
              </a:spcAft>
              <a:tabLst>
                <a:tab pos="1219200" algn="l"/>
              </a:tabLst>
            </a:pPr>
            <a:r>
              <a:rPr lang="en-US" dirty="0">
                <a:solidFill>
                  <a:srgbClr val="000000"/>
                </a:solidFill>
                <a:latin typeface="Times New Roman" panose="02020603050405020304" pitchFamily="18" charset="0"/>
                <a:ea typeface="Calibri" panose="020F0502020204030204" pitchFamily="34" charset="0"/>
                <a:cs typeface="Mangal"/>
              </a:rPr>
              <a:t>Fig 5.11: View Items list</a:t>
            </a:r>
            <a:endParaRPr lang="en-US" sz="16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1456307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a:stretch>
            <a:fillRect/>
          </a:stretch>
        </p:blipFill>
        <p:spPr>
          <a:xfrm>
            <a:off x="2189409" y="56419"/>
            <a:ext cx="7356037" cy="968804"/>
          </a:xfrm>
          <a:prstGeom prst="rect">
            <a:avLst/>
          </a:prstGeom>
        </p:spPr>
      </p:pic>
      <p:pic>
        <p:nvPicPr>
          <p:cNvPr id="10" name="Picture 9"/>
          <p:cNvPicPr/>
          <p:nvPr/>
        </p:nvPicPr>
        <p:blipFill>
          <a:blip r:embed="rId3"/>
          <a:stretch>
            <a:fillRect/>
          </a:stretch>
        </p:blipFill>
        <p:spPr>
          <a:xfrm>
            <a:off x="2309503" y="1195327"/>
            <a:ext cx="3409763" cy="2784496"/>
          </a:xfrm>
          <a:prstGeom prst="rect">
            <a:avLst/>
          </a:prstGeom>
        </p:spPr>
      </p:pic>
      <p:pic>
        <p:nvPicPr>
          <p:cNvPr id="11" name="Picture 10"/>
          <p:cNvPicPr/>
          <p:nvPr/>
        </p:nvPicPr>
        <p:blipFill>
          <a:blip r:embed="rId4"/>
          <a:stretch>
            <a:fillRect/>
          </a:stretch>
        </p:blipFill>
        <p:spPr>
          <a:xfrm>
            <a:off x="5823920" y="1195327"/>
            <a:ext cx="3678019" cy="2784497"/>
          </a:xfrm>
          <a:prstGeom prst="rect">
            <a:avLst/>
          </a:prstGeom>
        </p:spPr>
      </p:pic>
      <p:sp>
        <p:nvSpPr>
          <p:cNvPr id="12" name="Rectangle 11"/>
          <p:cNvSpPr/>
          <p:nvPr/>
        </p:nvSpPr>
        <p:spPr>
          <a:xfrm>
            <a:off x="4309670" y="4008785"/>
            <a:ext cx="2557110" cy="388696"/>
          </a:xfrm>
          <a:prstGeom prst="rect">
            <a:avLst/>
          </a:prstGeom>
        </p:spPr>
        <p:txBody>
          <a:bodyPr wrap="non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5.12: Searching items</a:t>
            </a:r>
            <a:endParaRPr lang="en-US" sz="1600" dirty="0">
              <a:effectLst/>
              <a:latin typeface="Calibri" panose="020F0502020204030204" pitchFamily="34" charset="0"/>
              <a:ea typeface="Calibri" panose="020F0502020204030204" pitchFamily="34" charset="0"/>
              <a:cs typeface="Mangal"/>
            </a:endParaRPr>
          </a:p>
        </p:txBody>
      </p:sp>
      <p:sp>
        <p:nvSpPr>
          <p:cNvPr id="14" name="Rectangle 13"/>
          <p:cNvSpPr/>
          <p:nvPr/>
        </p:nvSpPr>
        <p:spPr>
          <a:xfrm>
            <a:off x="4479258" y="6059697"/>
            <a:ext cx="2776337" cy="369332"/>
          </a:xfrm>
          <a:prstGeom prst="rect">
            <a:avLst/>
          </a:prstGeom>
        </p:spPr>
        <p:txBody>
          <a:bodyPr wrap="none">
            <a:spAutoFit/>
          </a:bodyPr>
          <a:lstStyle/>
          <a:p>
            <a:r>
              <a:rPr lang="en-US" dirty="0">
                <a:solidFill>
                  <a:srgbClr val="000000"/>
                </a:solidFill>
                <a:latin typeface="Times New Roman" panose="02020603050405020304" pitchFamily="18" charset="0"/>
                <a:ea typeface="Calibri" panose="020F0502020204030204" pitchFamily="34" charset="0"/>
              </a:rPr>
              <a:t>Fig 5.13: View Issued Items</a:t>
            </a:r>
            <a:endParaRPr lang="en-US" dirty="0"/>
          </a:p>
        </p:txBody>
      </p:sp>
      <p:pic>
        <p:nvPicPr>
          <p:cNvPr id="8" name="Picture 7"/>
          <p:cNvPicPr/>
          <p:nvPr/>
        </p:nvPicPr>
        <p:blipFill>
          <a:blip r:embed="rId5"/>
          <a:stretch>
            <a:fillRect/>
          </a:stretch>
        </p:blipFill>
        <p:spPr>
          <a:xfrm>
            <a:off x="2309503" y="4649273"/>
            <a:ext cx="7192437" cy="1410423"/>
          </a:xfrm>
          <a:prstGeom prst="rect">
            <a:avLst/>
          </a:prstGeom>
        </p:spPr>
      </p:pic>
    </p:spTree>
    <p:extLst>
      <p:ext uri="{BB962C8B-B14F-4D97-AF65-F5344CB8AC3E}">
        <p14:creationId xmlns:p14="http://schemas.microsoft.com/office/powerpoint/2010/main" val="816565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380262" y="237494"/>
            <a:ext cx="7753081" cy="1377377"/>
          </a:xfrm>
          <a:prstGeom prst="rect">
            <a:avLst/>
          </a:prstGeom>
        </p:spPr>
      </p:pic>
      <p:sp>
        <p:nvSpPr>
          <p:cNvPr id="6" name="Rectangle 5"/>
          <p:cNvSpPr/>
          <p:nvPr/>
        </p:nvSpPr>
        <p:spPr>
          <a:xfrm>
            <a:off x="2458172" y="1714499"/>
            <a:ext cx="2922595" cy="388696"/>
          </a:xfrm>
          <a:prstGeom prst="rect">
            <a:avLst/>
          </a:prstGeom>
        </p:spPr>
        <p:txBody>
          <a:bodyPr wrap="none">
            <a:spAutoFit/>
          </a:bodyPr>
          <a:lstStyle/>
          <a:p>
            <a:pPr algn="ctr">
              <a:lnSpc>
                <a:spcPct val="107000"/>
              </a:lnSpc>
              <a:spcAft>
                <a:spcPts val="800"/>
              </a:spcAft>
            </a:pPr>
            <a:r>
              <a:rPr lang="en-US" dirty="0">
                <a:solidFill>
                  <a:srgbClr val="000000"/>
                </a:solidFill>
                <a:latin typeface="Times New Roman" panose="02020603050405020304" pitchFamily="18" charset="0"/>
                <a:ea typeface="Calibri" panose="020F0502020204030204" pitchFamily="34" charset="0"/>
                <a:cs typeface="Mangal"/>
              </a:rPr>
              <a:t>Fig 5.14: Search Issued Items</a:t>
            </a:r>
            <a:endParaRPr lang="en-US" sz="1600" dirty="0">
              <a:effectLst/>
              <a:latin typeface="Calibri" panose="020F0502020204030204" pitchFamily="34" charset="0"/>
              <a:ea typeface="Calibri" panose="020F0502020204030204" pitchFamily="34" charset="0"/>
              <a:cs typeface="Mangal"/>
            </a:endParaRPr>
          </a:p>
        </p:txBody>
      </p:sp>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4404575" y="2103195"/>
            <a:ext cx="7210613" cy="1720078"/>
          </a:xfrm>
          <a:prstGeom prst="rect">
            <a:avLst/>
          </a:prstGeom>
        </p:spPr>
      </p:pic>
      <p:sp>
        <p:nvSpPr>
          <p:cNvPr id="8" name="Rectangle 7"/>
          <p:cNvSpPr/>
          <p:nvPr/>
        </p:nvSpPr>
        <p:spPr>
          <a:xfrm>
            <a:off x="6878802" y="3845007"/>
            <a:ext cx="2262158" cy="388696"/>
          </a:xfrm>
          <a:prstGeom prst="rect">
            <a:avLst/>
          </a:prstGeom>
        </p:spPr>
        <p:txBody>
          <a:bodyPr wrap="none">
            <a:spAutoFit/>
          </a:bodyPr>
          <a:lstStyle/>
          <a:p>
            <a:pPr algn="ctr">
              <a:lnSpc>
                <a:spcPct val="107000"/>
              </a:lnSpc>
              <a:spcAft>
                <a:spcPts val="800"/>
              </a:spcAft>
              <a:tabLst>
                <a:tab pos="923925" algn="l"/>
              </a:tabLst>
            </a:pPr>
            <a:r>
              <a:rPr lang="en-US" dirty="0">
                <a:solidFill>
                  <a:srgbClr val="000000"/>
                </a:solidFill>
                <a:latin typeface="Times New Roman" panose="02020603050405020304" pitchFamily="18" charset="0"/>
                <a:ea typeface="Calibri" panose="020F0502020204030204" pitchFamily="34" charset="0"/>
                <a:cs typeface="Mangal"/>
              </a:rPr>
              <a:t>Fig 5.15: Bill generate</a:t>
            </a:r>
            <a:endParaRPr lang="en-US" sz="1600" dirty="0">
              <a:effectLst/>
              <a:latin typeface="Calibri" panose="020F0502020204030204" pitchFamily="34" charset="0"/>
              <a:ea typeface="Calibri" panose="020F0502020204030204" pitchFamily="34" charset="0"/>
              <a:cs typeface="Mangal"/>
            </a:endParaRPr>
          </a:p>
        </p:txBody>
      </p:sp>
      <p:pic>
        <p:nvPicPr>
          <p:cNvPr id="9" name="Picture 8"/>
          <p:cNvPicPr/>
          <p:nvPr/>
        </p:nvPicPr>
        <p:blipFill>
          <a:blip r:embed="rId4"/>
          <a:stretch>
            <a:fillRect/>
          </a:stretch>
        </p:blipFill>
        <p:spPr>
          <a:xfrm>
            <a:off x="552456" y="4311597"/>
            <a:ext cx="7884541" cy="1880684"/>
          </a:xfrm>
          <a:prstGeom prst="rect">
            <a:avLst/>
          </a:prstGeom>
        </p:spPr>
      </p:pic>
      <p:sp>
        <p:nvSpPr>
          <p:cNvPr id="10" name="Rectangle 9"/>
          <p:cNvSpPr/>
          <p:nvPr/>
        </p:nvSpPr>
        <p:spPr>
          <a:xfrm>
            <a:off x="2737094" y="6304529"/>
            <a:ext cx="2364750" cy="388696"/>
          </a:xfrm>
          <a:prstGeom prst="rect">
            <a:avLst/>
          </a:prstGeom>
        </p:spPr>
        <p:txBody>
          <a:bodyPr wrap="none">
            <a:spAutoFit/>
          </a:bodyPr>
          <a:lstStyle/>
          <a:p>
            <a:pPr algn="ctr">
              <a:lnSpc>
                <a:spcPct val="107000"/>
              </a:lnSpc>
              <a:spcAft>
                <a:spcPts val="800"/>
              </a:spcAft>
              <a:tabLst>
                <a:tab pos="1285875" algn="l"/>
              </a:tabLst>
            </a:pPr>
            <a:r>
              <a:rPr lang="en-US" dirty="0">
                <a:solidFill>
                  <a:srgbClr val="000000"/>
                </a:solidFill>
                <a:latin typeface="Times New Roman" panose="02020603050405020304" pitchFamily="18" charset="0"/>
                <a:ea typeface="Calibri" panose="020F0502020204030204" pitchFamily="34" charset="0"/>
                <a:cs typeface="Mangal"/>
              </a:rPr>
              <a:t>Fig 5.16 Billing section</a:t>
            </a:r>
            <a:endParaRPr lang="en-US" sz="16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2532066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1391478" y="586823"/>
            <a:ext cx="9766852" cy="5138116"/>
          </a:xfrm>
          <a:prstGeom prst="rect">
            <a:avLst/>
          </a:prstGeom>
        </p:spPr>
      </p:pic>
      <p:sp>
        <p:nvSpPr>
          <p:cNvPr id="8" name="Rectangle 7"/>
          <p:cNvSpPr/>
          <p:nvPr/>
        </p:nvSpPr>
        <p:spPr>
          <a:xfrm>
            <a:off x="4892675" y="5724939"/>
            <a:ext cx="2300630" cy="369332"/>
          </a:xfrm>
          <a:prstGeom prst="rect">
            <a:avLst/>
          </a:prstGeom>
        </p:spPr>
        <p:txBody>
          <a:bodyPr wrap="none">
            <a:spAutoFit/>
          </a:bodyPr>
          <a:lstStyle/>
          <a:p>
            <a:r>
              <a:rPr lang="en-US" dirty="0">
                <a:solidFill>
                  <a:srgbClr val="000000"/>
                </a:solidFill>
                <a:latin typeface="Times New Roman" panose="02020603050405020304" pitchFamily="18" charset="0"/>
                <a:ea typeface="Calibri" panose="020F0502020204030204" pitchFamily="34" charset="0"/>
              </a:rPr>
              <a:t>Fig 5.17: Issuing items</a:t>
            </a:r>
            <a:endParaRPr lang="en-US" dirty="0"/>
          </a:p>
        </p:txBody>
      </p:sp>
    </p:spTree>
    <p:extLst>
      <p:ext uri="{BB962C8B-B14F-4D97-AF65-F5344CB8AC3E}">
        <p14:creationId xmlns:p14="http://schemas.microsoft.com/office/powerpoint/2010/main" val="2673907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flipH="1">
            <a:off x="937567" y="1298712"/>
            <a:ext cx="10737598" cy="4214191"/>
          </a:xfrm>
        </p:spPr>
        <p:txBody>
          <a:bodyPr/>
          <a:lstStyle/>
          <a:p>
            <a:r>
              <a:rPr lang="en-US" sz="3200" dirty="0">
                <a:solidFill>
                  <a:srgbClr val="002060"/>
                </a:solidFill>
                <a:latin typeface="Constantia" panose="02030602050306030303" pitchFamily="18" charset="0"/>
              </a:rPr>
              <a:t>Interactive user interface design.</a:t>
            </a:r>
          </a:p>
          <a:p>
            <a:r>
              <a:rPr lang="en-US" sz="3200" dirty="0">
                <a:solidFill>
                  <a:srgbClr val="002060"/>
                </a:solidFill>
                <a:latin typeface="Constantia" panose="02030602050306030303" pitchFamily="18" charset="0"/>
              </a:rPr>
              <a:t>Making the system flexible in any type.</a:t>
            </a:r>
          </a:p>
          <a:p>
            <a:r>
              <a:rPr lang="en-US" sz="3200" dirty="0">
                <a:solidFill>
                  <a:srgbClr val="002060"/>
                </a:solidFill>
                <a:latin typeface="Constantia" panose="02030602050306030303" pitchFamily="18" charset="0"/>
              </a:rPr>
              <a:t>Profit and loss details can be added.</a:t>
            </a:r>
          </a:p>
          <a:p>
            <a:r>
              <a:rPr lang="en-US" sz="3200" dirty="0">
                <a:solidFill>
                  <a:srgbClr val="002060"/>
                </a:solidFill>
                <a:latin typeface="Constantia" panose="02030602050306030303" pitchFamily="18" charset="0"/>
              </a:rPr>
              <a:t>Sales and purchase return system.</a:t>
            </a:r>
          </a:p>
          <a:p>
            <a:r>
              <a:rPr lang="en-US" sz="3200" dirty="0">
                <a:solidFill>
                  <a:srgbClr val="002060"/>
                </a:solidFill>
                <a:latin typeface="Constantia" panose="02030602050306030303" pitchFamily="18" charset="0"/>
              </a:rPr>
              <a:t>Payment system can be added</a:t>
            </a:r>
            <a:r>
              <a:rPr lang="en-US" sz="3200" dirty="0">
                <a:solidFill>
                  <a:srgbClr val="002060"/>
                </a:solidFill>
                <a:latin typeface="Poor Richard" panose="02080502050505020702" pitchFamily="18" charset="0"/>
              </a:rPr>
              <a:t>.</a:t>
            </a:r>
          </a:p>
          <a:p>
            <a:pPr marL="139700" indent="0">
              <a:buNone/>
            </a:pPr>
            <a:endParaRPr lang="en-US" sz="3200" dirty="0">
              <a:solidFill>
                <a:srgbClr val="002060"/>
              </a:solidFill>
              <a:latin typeface="Poor Richard" panose="02080502050505020702" pitchFamily="18" charset="0"/>
            </a:endParaRPr>
          </a:p>
        </p:txBody>
      </p:sp>
      <p:sp>
        <p:nvSpPr>
          <p:cNvPr id="6" name="Title 5"/>
          <p:cNvSpPr>
            <a:spLocks noGrp="1"/>
          </p:cNvSpPr>
          <p:nvPr>
            <p:ph type="title" idx="4"/>
          </p:nvPr>
        </p:nvSpPr>
        <p:spPr>
          <a:xfrm>
            <a:off x="937567" y="421089"/>
            <a:ext cx="10294800" cy="763600"/>
          </a:xfrm>
        </p:spPr>
        <p:txBody>
          <a:bodyPr/>
          <a:lstStyle/>
          <a:p>
            <a:r>
              <a:rPr lang="en-US" dirty="0">
                <a:latin typeface="Forte" panose="03060902040502070203" pitchFamily="66" charset="0"/>
              </a:rPr>
              <a:t>Future Enhancement </a:t>
            </a:r>
          </a:p>
        </p:txBody>
      </p:sp>
    </p:spTree>
    <p:extLst>
      <p:ext uri="{BB962C8B-B14F-4D97-AF65-F5344CB8AC3E}">
        <p14:creationId xmlns:p14="http://schemas.microsoft.com/office/powerpoint/2010/main" val="388124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flipH="1">
            <a:off x="601194" y="1065419"/>
            <a:ext cx="10976137" cy="5062330"/>
          </a:xfrm>
        </p:spPr>
        <p:txBody>
          <a:bodyPr/>
          <a:lstStyle/>
          <a:p>
            <a:r>
              <a:rPr lang="en-US" sz="3200" dirty="0">
                <a:solidFill>
                  <a:srgbClr val="002060"/>
                </a:solidFill>
                <a:latin typeface="Constantia" panose="02030602050306030303" pitchFamily="18" charset="0"/>
              </a:rPr>
              <a:t>Satisfy the needs in a department store to keep and maintain the record.</a:t>
            </a:r>
          </a:p>
          <a:p>
            <a:r>
              <a:rPr lang="en-US" sz="3200" dirty="0">
                <a:solidFill>
                  <a:srgbClr val="002060"/>
                </a:solidFill>
                <a:latin typeface="Constantia" panose="02030602050306030303" pitchFamily="18" charset="0"/>
              </a:rPr>
              <a:t>User friendly coding/system.</a:t>
            </a:r>
          </a:p>
          <a:p>
            <a:r>
              <a:rPr lang="en-US" sz="3200" dirty="0">
                <a:solidFill>
                  <a:srgbClr val="002060"/>
                </a:solidFill>
                <a:latin typeface="Constantia" panose="02030602050306030303" pitchFamily="18" charset="0"/>
              </a:rPr>
              <a:t>Improves client experience, prevents against difficulties like refunds and encourage purchase.</a:t>
            </a:r>
          </a:p>
          <a:p>
            <a:r>
              <a:rPr lang="en-US" sz="3200" dirty="0">
                <a:solidFill>
                  <a:srgbClr val="002060"/>
                </a:solidFill>
                <a:latin typeface="Constantia" panose="02030602050306030303" pitchFamily="18" charset="0"/>
              </a:rPr>
              <a:t>Better planning and ordering stock products.</a:t>
            </a:r>
          </a:p>
          <a:p>
            <a:r>
              <a:rPr lang="en-US" sz="3200" dirty="0">
                <a:solidFill>
                  <a:srgbClr val="002060"/>
                </a:solidFill>
                <a:latin typeface="Constantia" panose="02030602050306030303" pitchFamily="18" charset="0"/>
              </a:rPr>
              <a:t>Through it has some limitations, we believe that the implementation of this system will surely benefit the organization.</a:t>
            </a:r>
          </a:p>
        </p:txBody>
      </p:sp>
      <p:sp>
        <p:nvSpPr>
          <p:cNvPr id="6" name="Title 5"/>
          <p:cNvSpPr>
            <a:spLocks noGrp="1"/>
          </p:cNvSpPr>
          <p:nvPr>
            <p:ph type="title" idx="4"/>
          </p:nvPr>
        </p:nvSpPr>
        <p:spPr>
          <a:xfrm>
            <a:off x="941862" y="182550"/>
            <a:ext cx="10294800" cy="763600"/>
          </a:xfrm>
        </p:spPr>
        <p:txBody>
          <a:bodyPr/>
          <a:lstStyle/>
          <a:p>
            <a:r>
              <a:rPr lang="en-US" sz="5400" dirty="0">
                <a:latin typeface="Forte" panose="03060902040502070203" pitchFamily="66" charset="0"/>
              </a:rPr>
              <a:t>Conclusion</a:t>
            </a:r>
          </a:p>
        </p:txBody>
      </p:sp>
    </p:spTree>
    <p:extLst>
      <p:ext uri="{BB962C8B-B14F-4D97-AF65-F5344CB8AC3E}">
        <p14:creationId xmlns:p14="http://schemas.microsoft.com/office/powerpoint/2010/main" val="204941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852;p37"/>
          <p:cNvGrpSpPr/>
          <p:nvPr/>
        </p:nvGrpSpPr>
        <p:grpSpPr>
          <a:xfrm flipH="1">
            <a:off x="1280605" y="266272"/>
            <a:ext cx="1557779" cy="1321761"/>
            <a:chOff x="4733388" y="3913975"/>
            <a:chExt cx="1396360" cy="1184798"/>
          </a:xfrm>
        </p:grpSpPr>
        <p:sp>
          <p:nvSpPr>
            <p:cNvPr id="5" name="Google Shape;853;p37"/>
            <p:cNvSpPr/>
            <p:nvPr/>
          </p:nvSpPr>
          <p:spPr>
            <a:xfrm>
              <a:off x="4733388" y="3913975"/>
              <a:ext cx="1396360" cy="1184798"/>
            </a:xfrm>
            <a:custGeom>
              <a:avLst/>
              <a:gdLst/>
              <a:ahLst/>
              <a:cxnLst/>
              <a:rect l="l" t="t" r="r" b="b"/>
              <a:pathLst>
                <a:path w="10435" h="8854" extrusionOk="0">
                  <a:moveTo>
                    <a:pt x="9379" y="2119"/>
                  </a:moveTo>
                  <a:lnTo>
                    <a:pt x="9379" y="2119"/>
                  </a:lnTo>
                  <a:cubicBezTo>
                    <a:pt x="9769" y="2197"/>
                    <a:pt x="9799" y="3115"/>
                    <a:pt x="9847" y="3373"/>
                  </a:cubicBezTo>
                  <a:cubicBezTo>
                    <a:pt x="9919" y="3781"/>
                    <a:pt x="9991" y="4189"/>
                    <a:pt x="10063" y="4597"/>
                  </a:cubicBezTo>
                  <a:cubicBezTo>
                    <a:pt x="10099" y="4813"/>
                    <a:pt x="10363" y="5617"/>
                    <a:pt x="10219" y="5773"/>
                  </a:cubicBezTo>
                  <a:lnTo>
                    <a:pt x="10219" y="5767"/>
                  </a:lnTo>
                  <a:cubicBezTo>
                    <a:pt x="10169" y="5822"/>
                    <a:pt x="10028" y="5837"/>
                    <a:pt x="9866" y="5837"/>
                  </a:cubicBezTo>
                  <a:cubicBezTo>
                    <a:pt x="9665" y="5837"/>
                    <a:pt x="9431" y="5814"/>
                    <a:pt x="9296" y="5814"/>
                  </a:cubicBezTo>
                  <a:cubicBezTo>
                    <a:pt x="9280" y="5814"/>
                    <a:pt x="9266" y="5814"/>
                    <a:pt x="9253" y="5815"/>
                  </a:cubicBezTo>
                  <a:cubicBezTo>
                    <a:pt x="8203" y="5899"/>
                    <a:pt x="7195" y="6271"/>
                    <a:pt x="6349" y="6895"/>
                  </a:cubicBezTo>
                  <a:cubicBezTo>
                    <a:pt x="7110" y="6075"/>
                    <a:pt x="8078" y="5410"/>
                    <a:pt x="9188" y="5410"/>
                  </a:cubicBezTo>
                  <a:cubicBezTo>
                    <a:pt x="9442" y="5410"/>
                    <a:pt x="9704" y="5445"/>
                    <a:pt x="9973" y="5521"/>
                  </a:cubicBezTo>
                  <a:cubicBezTo>
                    <a:pt x="9978" y="5522"/>
                    <a:pt x="9983" y="5523"/>
                    <a:pt x="9988" y="5523"/>
                  </a:cubicBezTo>
                  <a:cubicBezTo>
                    <a:pt x="10030" y="5523"/>
                    <a:pt x="10068" y="5480"/>
                    <a:pt x="10057" y="5437"/>
                  </a:cubicBezTo>
                  <a:cubicBezTo>
                    <a:pt x="9865" y="4321"/>
                    <a:pt x="9643" y="3217"/>
                    <a:pt x="9379" y="2119"/>
                  </a:cubicBezTo>
                  <a:close/>
                  <a:moveTo>
                    <a:pt x="2777" y="1893"/>
                  </a:moveTo>
                  <a:cubicBezTo>
                    <a:pt x="3504" y="1893"/>
                    <a:pt x="4186" y="2101"/>
                    <a:pt x="4512" y="2731"/>
                  </a:cubicBezTo>
                  <a:cubicBezTo>
                    <a:pt x="4506" y="2749"/>
                    <a:pt x="4512" y="2767"/>
                    <a:pt x="4524" y="2779"/>
                  </a:cubicBezTo>
                  <a:cubicBezTo>
                    <a:pt x="4945" y="4147"/>
                    <a:pt x="5341" y="5521"/>
                    <a:pt x="5707" y="6901"/>
                  </a:cubicBezTo>
                  <a:cubicBezTo>
                    <a:pt x="5095" y="6439"/>
                    <a:pt x="4350" y="6187"/>
                    <a:pt x="3582" y="6187"/>
                  </a:cubicBezTo>
                  <a:cubicBezTo>
                    <a:pt x="3568" y="6187"/>
                    <a:pt x="3553" y="6187"/>
                    <a:pt x="3538" y="6187"/>
                  </a:cubicBezTo>
                  <a:cubicBezTo>
                    <a:pt x="3085" y="6187"/>
                    <a:pt x="2639" y="6276"/>
                    <a:pt x="2220" y="6445"/>
                  </a:cubicBezTo>
                  <a:cubicBezTo>
                    <a:pt x="2116" y="6492"/>
                    <a:pt x="1898" y="6648"/>
                    <a:pt x="1772" y="6648"/>
                  </a:cubicBezTo>
                  <a:cubicBezTo>
                    <a:pt x="1753" y="6648"/>
                    <a:pt x="1736" y="6645"/>
                    <a:pt x="1722" y="6637"/>
                  </a:cubicBezTo>
                  <a:cubicBezTo>
                    <a:pt x="1572" y="6553"/>
                    <a:pt x="1440" y="5833"/>
                    <a:pt x="1380" y="5665"/>
                  </a:cubicBezTo>
                  <a:cubicBezTo>
                    <a:pt x="1176" y="5053"/>
                    <a:pt x="954" y="4441"/>
                    <a:pt x="708" y="3841"/>
                  </a:cubicBezTo>
                  <a:cubicBezTo>
                    <a:pt x="606" y="3601"/>
                    <a:pt x="510" y="3361"/>
                    <a:pt x="408" y="3127"/>
                  </a:cubicBezTo>
                  <a:cubicBezTo>
                    <a:pt x="342" y="2977"/>
                    <a:pt x="204" y="2791"/>
                    <a:pt x="264" y="2629"/>
                  </a:cubicBezTo>
                  <a:cubicBezTo>
                    <a:pt x="330" y="2431"/>
                    <a:pt x="642" y="2359"/>
                    <a:pt x="828" y="2281"/>
                  </a:cubicBezTo>
                  <a:cubicBezTo>
                    <a:pt x="1335" y="2086"/>
                    <a:pt x="2077" y="1893"/>
                    <a:pt x="2777" y="1893"/>
                  </a:cubicBezTo>
                  <a:close/>
                  <a:moveTo>
                    <a:pt x="8707" y="1759"/>
                  </a:moveTo>
                  <a:cubicBezTo>
                    <a:pt x="9283" y="1759"/>
                    <a:pt x="9307" y="2377"/>
                    <a:pt x="9409" y="2839"/>
                  </a:cubicBezTo>
                  <a:cubicBezTo>
                    <a:pt x="9499" y="3235"/>
                    <a:pt x="9583" y="3637"/>
                    <a:pt x="9667" y="4039"/>
                  </a:cubicBezTo>
                  <a:cubicBezTo>
                    <a:pt x="9691" y="4183"/>
                    <a:pt x="9979" y="5137"/>
                    <a:pt x="9889" y="5251"/>
                  </a:cubicBezTo>
                  <a:cubicBezTo>
                    <a:pt x="9847" y="5303"/>
                    <a:pt x="9757" y="5320"/>
                    <a:pt x="9648" y="5320"/>
                  </a:cubicBezTo>
                  <a:cubicBezTo>
                    <a:pt x="9456" y="5320"/>
                    <a:pt x="9207" y="5268"/>
                    <a:pt x="9064" y="5268"/>
                  </a:cubicBezTo>
                  <a:cubicBezTo>
                    <a:pt x="9054" y="5268"/>
                    <a:pt x="9045" y="5268"/>
                    <a:pt x="9037" y="5269"/>
                  </a:cubicBezTo>
                  <a:cubicBezTo>
                    <a:pt x="7855" y="5335"/>
                    <a:pt x="6907" y="6061"/>
                    <a:pt x="6151" y="6913"/>
                  </a:cubicBezTo>
                  <a:cubicBezTo>
                    <a:pt x="6359" y="5700"/>
                    <a:pt x="7281" y="4543"/>
                    <a:pt x="8476" y="4543"/>
                  </a:cubicBezTo>
                  <a:cubicBezTo>
                    <a:pt x="8760" y="4543"/>
                    <a:pt x="9059" y="4608"/>
                    <a:pt x="9367" y="4753"/>
                  </a:cubicBezTo>
                  <a:cubicBezTo>
                    <a:pt x="9378" y="4759"/>
                    <a:pt x="9390" y="4762"/>
                    <a:pt x="9401" y="4762"/>
                  </a:cubicBezTo>
                  <a:cubicBezTo>
                    <a:pt x="9443" y="4762"/>
                    <a:pt x="9478" y="4723"/>
                    <a:pt x="9469" y="4681"/>
                  </a:cubicBezTo>
                  <a:cubicBezTo>
                    <a:pt x="9199" y="3709"/>
                    <a:pt x="8941" y="2737"/>
                    <a:pt x="8707" y="1759"/>
                  </a:cubicBezTo>
                  <a:close/>
                  <a:moveTo>
                    <a:pt x="7861" y="198"/>
                  </a:moveTo>
                  <a:cubicBezTo>
                    <a:pt x="8309" y="198"/>
                    <a:pt x="8299" y="645"/>
                    <a:pt x="8389" y="1033"/>
                  </a:cubicBezTo>
                  <a:cubicBezTo>
                    <a:pt x="8479" y="1423"/>
                    <a:pt x="8569" y="1807"/>
                    <a:pt x="8665" y="2197"/>
                  </a:cubicBezTo>
                  <a:cubicBezTo>
                    <a:pt x="8869" y="2989"/>
                    <a:pt x="9079" y="3781"/>
                    <a:pt x="9301" y="4573"/>
                  </a:cubicBezTo>
                  <a:cubicBezTo>
                    <a:pt x="9018" y="4459"/>
                    <a:pt x="8742" y="4407"/>
                    <a:pt x="8479" y="4407"/>
                  </a:cubicBezTo>
                  <a:cubicBezTo>
                    <a:pt x="7149" y="4407"/>
                    <a:pt x="6133" y="5736"/>
                    <a:pt x="5983" y="7099"/>
                  </a:cubicBezTo>
                  <a:lnTo>
                    <a:pt x="5941" y="7153"/>
                  </a:lnTo>
                  <a:cubicBezTo>
                    <a:pt x="5959" y="7129"/>
                    <a:pt x="5953" y="7093"/>
                    <a:pt x="5929" y="7081"/>
                  </a:cubicBezTo>
                  <a:cubicBezTo>
                    <a:pt x="5917" y="7069"/>
                    <a:pt x="5899" y="7057"/>
                    <a:pt x="5887" y="7045"/>
                  </a:cubicBezTo>
                  <a:cubicBezTo>
                    <a:pt x="5503" y="5599"/>
                    <a:pt x="5095" y="4159"/>
                    <a:pt x="4650" y="2725"/>
                  </a:cubicBezTo>
                  <a:cubicBezTo>
                    <a:pt x="5203" y="1537"/>
                    <a:pt x="6409" y="373"/>
                    <a:pt x="7765" y="205"/>
                  </a:cubicBezTo>
                  <a:cubicBezTo>
                    <a:pt x="7799" y="200"/>
                    <a:pt x="7831" y="198"/>
                    <a:pt x="7861" y="198"/>
                  </a:cubicBezTo>
                  <a:close/>
                  <a:moveTo>
                    <a:pt x="792" y="4441"/>
                  </a:moveTo>
                  <a:lnTo>
                    <a:pt x="792" y="4441"/>
                  </a:lnTo>
                  <a:cubicBezTo>
                    <a:pt x="1092" y="5233"/>
                    <a:pt x="1362" y="6031"/>
                    <a:pt x="1602" y="6841"/>
                  </a:cubicBezTo>
                  <a:cubicBezTo>
                    <a:pt x="1611" y="6872"/>
                    <a:pt x="1639" y="6893"/>
                    <a:pt x="1669" y="6893"/>
                  </a:cubicBezTo>
                  <a:cubicBezTo>
                    <a:pt x="1681" y="6893"/>
                    <a:pt x="1693" y="6890"/>
                    <a:pt x="1704" y="6883"/>
                  </a:cubicBezTo>
                  <a:cubicBezTo>
                    <a:pt x="2273" y="6515"/>
                    <a:pt x="2921" y="6332"/>
                    <a:pt x="3567" y="6332"/>
                  </a:cubicBezTo>
                  <a:cubicBezTo>
                    <a:pt x="4311" y="6332"/>
                    <a:pt x="5054" y="6575"/>
                    <a:pt x="5671" y="7057"/>
                  </a:cubicBezTo>
                  <a:cubicBezTo>
                    <a:pt x="5292" y="6956"/>
                    <a:pt x="4905" y="6906"/>
                    <a:pt x="4518" y="6906"/>
                  </a:cubicBezTo>
                  <a:cubicBezTo>
                    <a:pt x="3803" y="6906"/>
                    <a:pt x="3091" y="7078"/>
                    <a:pt x="2448" y="7417"/>
                  </a:cubicBezTo>
                  <a:cubicBezTo>
                    <a:pt x="2366" y="7464"/>
                    <a:pt x="1852" y="7849"/>
                    <a:pt x="1791" y="7849"/>
                  </a:cubicBezTo>
                  <a:cubicBezTo>
                    <a:pt x="1790" y="7849"/>
                    <a:pt x="1789" y="7849"/>
                    <a:pt x="1788" y="7849"/>
                  </a:cubicBezTo>
                  <a:cubicBezTo>
                    <a:pt x="1578" y="7795"/>
                    <a:pt x="1440" y="6967"/>
                    <a:pt x="1368" y="6757"/>
                  </a:cubicBezTo>
                  <a:cubicBezTo>
                    <a:pt x="1224" y="6343"/>
                    <a:pt x="1074" y="5935"/>
                    <a:pt x="918" y="5533"/>
                  </a:cubicBezTo>
                  <a:cubicBezTo>
                    <a:pt x="780" y="5173"/>
                    <a:pt x="444" y="4705"/>
                    <a:pt x="792" y="4441"/>
                  </a:cubicBezTo>
                  <a:close/>
                  <a:moveTo>
                    <a:pt x="618" y="5149"/>
                  </a:moveTo>
                  <a:lnTo>
                    <a:pt x="618" y="5149"/>
                  </a:lnTo>
                  <a:cubicBezTo>
                    <a:pt x="990" y="6103"/>
                    <a:pt x="1332" y="7063"/>
                    <a:pt x="1644" y="8029"/>
                  </a:cubicBezTo>
                  <a:cubicBezTo>
                    <a:pt x="1652" y="8064"/>
                    <a:pt x="1682" y="8081"/>
                    <a:pt x="1712" y="8081"/>
                  </a:cubicBezTo>
                  <a:cubicBezTo>
                    <a:pt x="1729" y="8081"/>
                    <a:pt x="1745" y="8076"/>
                    <a:pt x="1758" y="8065"/>
                  </a:cubicBezTo>
                  <a:cubicBezTo>
                    <a:pt x="2543" y="7401"/>
                    <a:pt x="3527" y="7051"/>
                    <a:pt x="4537" y="7051"/>
                  </a:cubicBezTo>
                  <a:cubicBezTo>
                    <a:pt x="4778" y="7051"/>
                    <a:pt x="5021" y="7071"/>
                    <a:pt x="5263" y="7111"/>
                  </a:cubicBezTo>
                  <a:cubicBezTo>
                    <a:pt x="4152" y="7171"/>
                    <a:pt x="3096" y="7561"/>
                    <a:pt x="2220" y="8245"/>
                  </a:cubicBezTo>
                  <a:cubicBezTo>
                    <a:pt x="2130" y="8329"/>
                    <a:pt x="2034" y="8413"/>
                    <a:pt x="1932" y="8485"/>
                  </a:cubicBezTo>
                  <a:cubicBezTo>
                    <a:pt x="1832" y="8541"/>
                    <a:pt x="1809" y="8581"/>
                    <a:pt x="1789" y="8581"/>
                  </a:cubicBezTo>
                  <a:cubicBezTo>
                    <a:pt x="1771" y="8581"/>
                    <a:pt x="1755" y="8547"/>
                    <a:pt x="1686" y="8461"/>
                  </a:cubicBezTo>
                  <a:cubicBezTo>
                    <a:pt x="1476" y="8209"/>
                    <a:pt x="1392" y="7639"/>
                    <a:pt x="1272" y="7339"/>
                  </a:cubicBezTo>
                  <a:cubicBezTo>
                    <a:pt x="1116" y="6931"/>
                    <a:pt x="954" y="6523"/>
                    <a:pt x="786" y="6121"/>
                  </a:cubicBezTo>
                  <a:cubicBezTo>
                    <a:pt x="654" y="5791"/>
                    <a:pt x="414" y="5473"/>
                    <a:pt x="618" y="5149"/>
                  </a:cubicBezTo>
                  <a:close/>
                  <a:moveTo>
                    <a:pt x="8233" y="1"/>
                  </a:moveTo>
                  <a:cubicBezTo>
                    <a:pt x="6655" y="175"/>
                    <a:pt x="5275" y="1147"/>
                    <a:pt x="4578" y="2575"/>
                  </a:cubicBezTo>
                  <a:cubicBezTo>
                    <a:pt x="4213" y="1961"/>
                    <a:pt x="3549" y="1743"/>
                    <a:pt x="2819" y="1743"/>
                  </a:cubicBezTo>
                  <a:cubicBezTo>
                    <a:pt x="1822" y="1743"/>
                    <a:pt x="700" y="2149"/>
                    <a:pt x="42" y="2509"/>
                  </a:cubicBezTo>
                  <a:cubicBezTo>
                    <a:pt x="12" y="2527"/>
                    <a:pt x="0" y="2569"/>
                    <a:pt x="18" y="2605"/>
                  </a:cubicBezTo>
                  <a:cubicBezTo>
                    <a:pt x="282" y="3163"/>
                    <a:pt x="522" y="3733"/>
                    <a:pt x="744" y="4309"/>
                  </a:cubicBezTo>
                  <a:lnTo>
                    <a:pt x="420" y="4483"/>
                  </a:lnTo>
                  <a:cubicBezTo>
                    <a:pt x="390" y="4501"/>
                    <a:pt x="378" y="4531"/>
                    <a:pt x="390" y="4561"/>
                  </a:cubicBezTo>
                  <a:cubicBezTo>
                    <a:pt x="444" y="4705"/>
                    <a:pt x="504" y="4849"/>
                    <a:pt x="558" y="4993"/>
                  </a:cubicBezTo>
                  <a:lnTo>
                    <a:pt x="330" y="5281"/>
                  </a:lnTo>
                  <a:cubicBezTo>
                    <a:pt x="312" y="5305"/>
                    <a:pt x="306" y="5335"/>
                    <a:pt x="318" y="5365"/>
                  </a:cubicBezTo>
                  <a:cubicBezTo>
                    <a:pt x="816" y="6493"/>
                    <a:pt x="1260" y="7639"/>
                    <a:pt x="1656" y="8803"/>
                  </a:cubicBezTo>
                  <a:cubicBezTo>
                    <a:pt x="1667" y="8836"/>
                    <a:pt x="1694" y="8854"/>
                    <a:pt x="1722" y="8854"/>
                  </a:cubicBezTo>
                  <a:cubicBezTo>
                    <a:pt x="1739" y="8854"/>
                    <a:pt x="1756" y="8847"/>
                    <a:pt x="1770" y="8833"/>
                  </a:cubicBezTo>
                  <a:cubicBezTo>
                    <a:pt x="2772" y="7808"/>
                    <a:pt x="4142" y="7232"/>
                    <a:pt x="5565" y="7232"/>
                  </a:cubicBezTo>
                  <a:cubicBezTo>
                    <a:pt x="5642" y="7232"/>
                    <a:pt x="5719" y="7234"/>
                    <a:pt x="5797" y="7237"/>
                  </a:cubicBezTo>
                  <a:cubicBezTo>
                    <a:pt x="5807" y="7266"/>
                    <a:pt x="5834" y="7282"/>
                    <a:pt x="5861" y="7282"/>
                  </a:cubicBezTo>
                  <a:cubicBezTo>
                    <a:pt x="5878" y="7282"/>
                    <a:pt x="5896" y="7275"/>
                    <a:pt x="5911" y="7261"/>
                  </a:cubicBezTo>
                  <a:cubicBezTo>
                    <a:pt x="5918" y="7286"/>
                    <a:pt x="5942" y="7300"/>
                    <a:pt x="5966" y="7300"/>
                  </a:cubicBezTo>
                  <a:cubicBezTo>
                    <a:pt x="5983" y="7300"/>
                    <a:pt x="6000" y="7294"/>
                    <a:pt x="6013" y="7279"/>
                  </a:cubicBezTo>
                  <a:cubicBezTo>
                    <a:pt x="6013" y="7273"/>
                    <a:pt x="6019" y="7267"/>
                    <a:pt x="6025" y="7267"/>
                  </a:cubicBezTo>
                  <a:cubicBezTo>
                    <a:pt x="6035" y="7272"/>
                    <a:pt x="6047" y="7275"/>
                    <a:pt x="6058" y="7275"/>
                  </a:cubicBezTo>
                  <a:cubicBezTo>
                    <a:pt x="6075" y="7275"/>
                    <a:pt x="6092" y="7269"/>
                    <a:pt x="6103" y="7255"/>
                  </a:cubicBezTo>
                  <a:cubicBezTo>
                    <a:pt x="7113" y="6404"/>
                    <a:pt x="8386" y="5943"/>
                    <a:pt x="9694" y="5943"/>
                  </a:cubicBezTo>
                  <a:cubicBezTo>
                    <a:pt x="9916" y="5943"/>
                    <a:pt x="10140" y="5956"/>
                    <a:pt x="10363" y="5983"/>
                  </a:cubicBezTo>
                  <a:cubicBezTo>
                    <a:pt x="10365" y="5983"/>
                    <a:pt x="10368" y="5983"/>
                    <a:pt x="10370" y="5983"/>
                  </a:cubicBezTo>
                  <a:cubicBezTo>
                    <a:pt x="10413" y="5983"/>
                    <a:pt x="10435" y="5933"/>
                    <a:pt x="10429" y="5899"/>
                  </a:cubicBezTo>
                  <a:cubicBezTo>
                    <a:pt x="10261" y="4933"/>
                    <a:pt x="10093" y="3967"/>
                    <a:pt x="9919" y="3007"/>
                  </a:cubicBezTo>
                  <a:cubicBezTo>
                    <a:pt x="9853" y="2629"/>
                    <a:pt x="9835" y="2011"/>
                    <a:pt x="9343" y="1981"/>
                  </a:cubicBezTo>
                  <a:cubicBezTo>
                    <a:pt x="9325" y="1891"/>
                    <a:pt x="9301" y="1801"/>
                    <a:pt x="9283" y="1711"/>
                  </a:cubicBezTo>
                  <a:cubicBezTo>
                    <a:pt x="9271" y="1687"/>
                    <a:pt x="9253" y="1669"/>
                    <a:pt x="9235" y="1669"/>
                  </a:cubicBezTo>
                  <a:cubicBezTo>
                    <a:pt x="9087" y="1635"/>
                    <a:pt x="8935" y="1617"/>
                    <a:pt x="8785" y="1617"/>
                  </a:cubicBezTo>
                  <a:cubicBezTo>
                    <a:pt x="8747" y="1617"/>
                    <a:pt x="8709" y="1618"/>
                    <a:pt x="8671" y="1621"/>
                  </a:cubicBezTo>
                  <a:cubicBezTo>
                    <a:pt x="8545" y="1099"/>
                    <a:pt x="8419" y="577"/>
                    <a:pt x="8299" y="49"/>
                  </a:cubicBezTo>
                  <a:cubicBezTo>
                    <a:pt x="8293" y="19"/>
                    <a:pt x="8263" y="1"/>
                    <a:pt x="8233"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854;p37"/>
            <p:cNvSpPr/>
            <p:nvPr/>
          </p:nvSpPr>
          <p:spPr>
            <a:xfrm>
              <a:off x="5517947" y="4374032"/>
              <a:ext cx="328382" cy="274722"/>
            </a:xfrm>
            <a:custGeom>
              <a:avLst/>
              <a:gdLst/>
              <a:ahLst/>
              <a:cxnLst/>
              <a:rect l="l" t="t" r="r" b="b"/>
              <a:pathLst>
                <a:path w="2454" h="2053" extrusionOk="0">
                  <a:moveTo>
                    <a:pt x="2370" y="1"/>
                  </a:moveTo>
                  <a:cubicBezTo>
                    <a:pt x="1218" y="7"/>
                    <a:pt x="228" y="829"/>
                    <a:pt x="12" y="1969"/>
                  </a:cubicBezTo>
                  <a:cubicBezTo>
                    <a:pt x="1" y="2020"/>
                    <a:pt x="44" y="2053"/>
                    <a:pt x="85" y="2053"/>
                  </a:cubicBezTo>
                  <a:cubicBezTo>
                    <a:pt x="111" y="2053"/>
                    <a:pt x="136" y="2038"/>
                    <a:pt x="144" y="2005"/>
                  </a:cubicBezTo>
                  <a:cubicBezTo>
                    <a:pt x="342" y="925"/>
                    <a:pt x="1278" y="145"/>
                    <a:pt x="2370" y="139"/>
                  </a:cubicBezTo>
                  <a:cubicBezTo>
                    <a:pt x="2454" y="133"/>
                    <a:pt x="2454" y="13"/>
                    <a:pt x="2370"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855;p37"/>
            <p:cNvSpPr/>
            <p:nvPr/>
          </p:nvSpPr>
          <p:spPr>
            <a:xfrm>
              <a:off x="5491184" y="4267113"/>
              <a:ext cx="280878" cy="207949"/>
            </a:xfrm>
            <a:custGeom>
              <a:avLst/>
              <a:gdLst/>
              <a:ahLst/>
              <a:cxnLst/>
              <a:rect l="l" t="t" r="r" b="b"/>
              <a:pathLst>
                <a:path w="2099" h="1554" extrusionOk="0">
                  <a:moveTo>
                    <a:pt x="1992" y="1"/>
                  </a:moveTo>
                  <a:cubicBezTo>
                    <a:pt x="1989" y="1"/>
                    <a:pt x="1985" y="1"/>
                    <a:pt x="1982" y="2"/>
                  </a:cubicBezTo>
                  <a:cubicBezTo>
                    <a:pt x="1124" y="116"/>
                    <a:pt x="386" y="662"/>
                    <a:pt x="26" y="1448"/>
                  </a:cubicBezTo>
                  <a:cubicBezTo>
                    <a:pt x="1" y="1502"/>
                    <a:pt x="48" y="1553"/>
                    <a:pt x="93" y="1553"/>
                  </a:cubicBezTo>
                  <a:cubicBezTo>
                    <a:pt x="113" y="1553"/>
                    <a:pt x="133" y="1544"/>
                    <a:pt x="146" y="1520"/>
                  </a:cubicBezTo>
                  <a:cubicBezTo>
                    <a:pt x="488" y="764"/>
                    <a:pt x="1196" y="242"/>
                    <a:pt x="2018" y="134"/>
                  </a:cubicBezTo>
                  <a:cubicBezTo>
                    <a:pt x="2098" y="122"/>
                    <a:pt x="2069" y="1"/>
                    <a:pt x="1992"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856;p37"/>
            <p:cNvSpPr/>
            <p:nvPr/>
          </p:nvSpPr>
          <p:spPr>
            <a:xfrm>
              <a:off x="5459470" y="4150694"/>
              <a:ext cx="280878" cy="203399"/>
            </a:xfrm>
            <a:custGeom>
              <a:avLst/>
              <a:gdLst/>
              <a:ahLst/>
              <a:cxnLst/>
              <a:rect l="l" t="t" r="r" b="b"/>
              <a:pathLst>
                <a:path w="2099" h="1520" extrusionOk="0">
                  <a:moveTo>
                    <a:pt x="2019" y="1"/>
                  </a:moveTo>
                  <a:cubicBezTo>
                    <a:pt x="2016" y="1"/>
                    <a:pt x="2012" y="1"/>
                    <a:pt x="2009" y="2"/>
                  </a:cubicBezTo>
                  <a:cubicBezTo>
                    <a:pt x="1127" y="62"/>
                    <a:pt x="353" y="614"/>
                    <a:pt x="23" y="1436"/>
                  </a:cubicBezTo>
                  <a:cubicBezTo>
                    <a:pt x="1" y="1486"/>
                    <a:pt x="40" y="1520"/>
                    <a:pt x="83" y="1520"/>
                  </a:cubicBezTo>
                  <a:cubicBezTo>
                    <a:pt x="111" y="1520"/>
                    <a:pt x="140" y="1505"/>
                    <a:pt x="155" y="1472"/>
                  </a:cubicBezTo>
                  <a:cubicBezTo>
                    <a:pt x="467" y="710"/>
                    <a:pt x="1187" y="194"/>
                    <a:pt x="2009" y="140"/>
                  </a:cubicBezTo>
                  <a:cubicBezTo>
                    <a:pt x="2095" y="128"/>
                    <a:pt x="2099" y="1"/>
                    <a:pt x="2019"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857;p37"/>
            <p:cNvSpPr/>
            <p:nvPr/>
          </p:nvSpPr>
          <p:spPr>
            <a:xfrm>
              <a:off x="4984827" y="4610751"/>
              <a:ext cx="406664" cy="109193"/>
            </a:xfrm>
            <a:custGeom>
              <a:avLst/>
              <a:gdLst/>
              <a:ahLst/>
              <a:cxnLst/>
              <a:rect l="l" t="t" r="r" b="b"/>
              <a:pathLst>
                <a:path w="3039" h="816" extrusionOk="0">
                  <a:moveTo>
                    <a:pt x="1857" y="1"/>
                  </a:moveTo>
                  <a:cubicBezTo>
                    <a:pt x="1170" y="1"/>
                    <a:pt x="427" y="271"/>
                    <a:pt x="47" y="692"/>
                  </a:cubicBezTo>
                  <a:cubicBezTo>
                    <a:pt x="1" y="743"/>
                    <a:pt x="48" y="815"/>
                    <a:pt x="99" y="815"/>
                  </a:cubicBezTo>
                  <a:cubicBezTo>
                    <a:pt x="114" y="815"/>
                    <a:pt x="130" y="809"/>
                    <a:pt x="143" y="794"/>
                  </a:cubicBezTo>
                  <a:cubicBezTo>
                    <a:pt x="488" y="411"/>
                    <a:pt x="1222" y="143"/>
                    <a:pt x="1886" y="143"/>
                  </a:cubicBezTo>
                  <a:cubicBezTo>
                    <a:pt x="2273" y="143"/>
                    <a:pt x="2636" y="234"/>
                    <a:pt x="2885" y="446"/>
                  </a:cubicBezTo>
                  <a:cubicBezTo>
                    <a:pt x="2899" y="457"/>
                    <a:pt x="2914" y="462"/>
                    <a:pt x="2929" y="462"/>
                  </a:cubicBezTo>
                  <a:cubicBezTo>
                    <a:pt x="2986" y="462"/>
                    <a:pt x="3039" y="393"/>
                    <a:pt x="2982" y="350"/>
                  </a:cubicBezTo>
                  <a:cubicBezTo>
                    <a:pt x="2697" y="107"/>
                    <a:pt x="2288" y="1"/>
                    <a:pt x="1857"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858;p37"/>
            <p:cNvSpPr/>
            <p:nvPr/>
          </p:nvSpPr>
          <p:spPr>
            <a:xfrm>
              <a:off x="4989510" y="4522031"/>
              <a:ext cx="400910" cy="70119"/>
            </a:xfrm>
            <a:custGeom>
              <a:avLst/>
              <a:gdLst/>
              <a:ahLst/>
              <a:cxnLst/>
              <a:rect l="l" t="t" r="r" b="b"/>
              <a:pathLst>
                <a:path w="2996" h="524" extrusionOk="0">
                  <a:moveTo>
                    <a:pt x="1533" y="1"/>
                  </a:moveTo>
                  <a:cubicBezTo>
                    <a:pt x="1027" y="1"/>
                    <a:pt x="522" y="133"/>
                    <a:pt x="72" y="395"/>
                  </a:cubicBezTo>
                  <a:cubicBezTo>
                    <a:pt x="1" y="436"/>
                    <a:pt x="42" y="524"/>
                    <a:pt x="104" y="524"/>
                  </a:cubicBezTo>
                  <a:cubicBezTo>
                    <a:pt x="115" y="524"/>
                    <a:pt x="127" y="521"/>
                    <a:pt x="138" y="515"/>
                  </a:cubicBezTo>
                  <a:cubicBezTo>
                    <a:pt x="569" y="263"/>
                    <a:pt x="1050" y="137"/>
                    <a:pt x="1530" y="137"/>
                  </a:cubicBezTo>
                  <a:cubicBezTo>
                    <a:pt x="1987" y="137"/>
                    <a:pt x="2444" y="251"/>
                    <a:pt x="2856" y="479"/>
                  </a:cubicBezTo>
                  <a:cubicBezTo>
                    <a:pt x="2868" y="485"/>
                    <a:pt x="2879" y="488"/>
                    <a:pt x="2890" y="488"/>
                  </a:cubicBezTo>
                  <a:cubicBezTo>
                    <a:pt x="2952" y="488"/>
                    <a:pt x="2995" y="395"/>
                    <a:pt x="2929" y="359"/>
                  </a:cubicBezTo>
                  <a:cubicBezTo>
                    <a:pt x="2494" y="119"/>
                    <a:pt x="2013" y="1"/>
                    <a:pt x="1533" y="1"/>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859;p37"/>
            <p:cNvSpPr/>
            <p:nvPr/>
          </p:nvSpPr>
          <p:spPr>
            <a:xfrm>
              <a:off x="4944013" y="4383934"/>
              <a:ext cx="396360" cy="65569"/>
            </a:xfrm>
            <a:custGeom>
              <a:avLst/>
              <a:gdLst/>
              <a:ahLst/>
              <a:cxnLst/>
              <a:rect l="l" t="t" r="r" b="b"/>
              <a:pathLst>
                <a:path w="2962" h="490" extrusionOk="0">
                  <a:moveTo>
                    <a:pt x="1691" y="0"/>
                  </a:moveTo>
                  <a:cubicBezTo>
                    <a:pt x="1152" y="0"/>
                    <a:pt x="602" y="163"/>
                    <a:pt x="76" y="353"/>
                  </a:cubicBezTo>
                  <a:cubicBezTo>
                    <a:pt x="1" y="380"/>
                    <a:pt x="22" y="489"/>
                    <a:pt x="88" y="489"/>
                  </a:cubicBezTo>
                  <a:cubicBezTo>
                    <a:pt x="96" y="489"/>
                    <a:pt x="104" y="488"/>
                    <a:pt x="112" y="485"/>
                  </a:cubicBezTo>
                  <a:cubicBezTo>
                    <a:pt x="625" y="299"/>
                    <a:pt x="1161" y="135"/>
                    <a:pt x="1687" y="135"/>
                  </a:cubicBezTo>
                  <a:cubicBezTo>
                    <a:pt x="2078" y="135"/>
                    <a:pt x="2464" y="226"/>
                    <a:pt x="2830" y="467"/>
                  </a:cubicBezTo>
                  <a:cubicBezTo>
                    <a:pt x="2843" y="476"/>
                    <a:pt x="2856" y="480"/>
                    <a:pt x="2868" y="480"/>
                  </a:cubicBezTo>
                  <a:cubicBezTo>
                    <a:pt x="2923" y="480"/>
                    <a:pt x="2962" y="392"/>
                    <a:pt x="2902" y="353"/>
                  </a:cubicBezTo>
                  <a:cubicBezTo>
                    <a:pt x="2516" y="97"/>
                    <a:pt x="2107" y="0"/>
                    <a:pt x="1691" y="0"/>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860;p37"/>
            <p:cNvSpPr/>
            <p:nvPr/>
          </p:nvSpPr>
          <p:spPr>
            <a:xfrm>
              <a:off x="4911496" y="4261359"/>
              <a:ext cx="355413" cy="67443"/>
            </a:xfrm>
            <a:custGeom>
              <a:avLst/>
              <a:gdLst/>
              <a:ahLst/>
              <a:cxnLst/>
              <a:rect l="l" t="t" r="r" b="b"/>
              <a:pathLst>
                <a:path w="2656" h="504" extrusionOk="0">
                  <a:moveTo>
                    <a:pt x="1516" y="0"/>
                  </a:moveTo>
                  <a:cubicBezTo>
                    <a:pt x="1014" y="0"/>
                    <a:pt x="515" y="126"/>
                    <a:pt x="67" y="375"/>
                  </a:cubicBezTo>
                  <a:cubicBezTo>
                    <a:pt x="1" y="411"/>
                    <a:pt x="39" y="504"/>
                    <a:pt x="100" y="504"/>
                  </a:cubicBezTo>
                  <a:cubicBezTo>
                    <a:pt x="111" y="504"/>
                    <a:pt x="122" y="501"/>
                    <a:pt x="133" y="495"/>
                  </a:cubicBezTo>
                  <a:cubicBezTo>
                    <a:pt x="563" y="257"/>
                    <a:pt x="1041" y="136"/>
                    <a:pt x="1520" y="136"/>
                  </a:cubicBezTo>
                  <a:cubicBezTo>
                    <a:pt x="1865" y="136"/>
                    <a:pt x="2211" y="199"/>
                    <a:pt x="2539" y="327"/>
                  </a:cubicBezTo>
                  <a:cubicBezTo>
                    <a:pt x="2550" y="331"/>
                    <a:pt x="2559" y="333"/>
                    <a:pt x="2568" y="333"/>
                  </a:cubicBezTo>
                  <a:cubicBezTo>
                    <a:pt x="2636" y="333"/>
                    <a:pt x="2656" y="221"/>
                    <a:pt x="2581" y="195"/>
                  </a:cubicBezTo>
                  <a:cubicBezTo>
                    <a:pt x="2236" y="65"/>
                    <a:pt x="1875" y="0"/>
                    <a:pt x="1516" y="0"/>
                  </a:cubicBezTo>
                  <a:close/>
                </a:path>
              </a:pathLst>
            </a:custGeom>
            <a:solidFill>
              <a:srgbClr val="0046C1"/>
            </a:solidFill>
            <a:ln w="9525" cap="flat" cmpd="sng">
              <a:solidFill>
                <a:srgbClr val="0046C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3" name="Content Placeholder 12"/>
          <p:cNvSpPr>
            <a:spLocks noGrp="1"/>
          </p:cNvSpPr>
          <p:nvPr>
            <p:ph idx="4294967295"/>
          </p:nvPr>
        </p:nvSpPr>
        <p:spPr>
          <a:xfrm>
            <a:off x="948230" y="1711330"/>
            <a:ext cx="1914525" cy="455612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1"/>
          </a:lnRef>
          <a:fillRef idx="2">
            <a:schemeClr val="accent1"/>
          </a:fillRef>
          <a:effectRef idx="1">
            <a:schemeClr val="accent1"/>
          </a:effectRef>
          <a:fontRef idx="minor">
            <a:schemeClr val="dk1"/>
          </a:fontRef>
        </p:style>
        <p:txBody>
          <a:bodyPr vert="vert270" rtlCol="0" anchor="ctr"/>
          <a:lstStyle/>
          <a:p>
            <a:pPr algn="ctr"/>
            <a:r>
              <a:rPr lang="en-US" sz="4000" dirty="0">
                <a:latin typeface="Times New Roman" pitchFamily="18" charset="0"/>
                <a:cs typeface="Times New Roman" pitchFamily="18" charset="0"/>
              </a:rPr>
              <a:t>REFERENCE</a:t>
            </a:r>
          </a:p>
        </p:txBody>
      </p:sp>
      <p:sp>
        <p:nvSpPr>
          <p:cNvPr id="15" name="Rectangle 14"/>
          <p:cNvSpPr/>
          <p:nvPr/>
        </p:nvSpPr>
        <p:spPr>
          <a:xfrm>
            <a:off x="2862755" y="1588033"/>
            <a:ext cx="8915641" cy="5130507"/>
          </a:xfrm>
          <a:prstGeom prst="rect">
            <a:avLst/>
          </a:prstGeom>
        </p:spPr>
        <p:txBody>
          <a:bodyPr wrap="square">
            <a:spAutoFit/>
          </a:bodyPr>
          <a:lstStyle/>
          <a:p>
            <a:pPr marL="342900" marR="0" lvl="0" indent="-342900" algn="just">
              <a:lnSpc>
                <a:spcPct val="107000"/>
              </a:lnSpc>
              <a:spcBef>
                <a:spcPts val="0"/>
              </a:spcBef>
              <a:spcAft>
                <a:spcPts val="0"/>
              </a:spcAft>
              <a:buFont typeface="+mj-lt"/>
              <a:buAutoNum type="arabicPeriod"/>
              <a:tabLst>
                <a:tab pos="228600" algn="l"/>
                <a:tab pos="1285875" algn="l"/>
              </a:tabLst>
            </a:pPr>
            <a:r>
              <a:rPr lang="en-US" dirty="0">
                <a:solidFill>
                  <a:srgbClr val="000000"/>
                </a:solidFill>
                <a:latin typeface="Times New Roman" panose="02020603050405020304" pitchFamily="18" charset="0"/>
                <a:ea typeface="Calibri" panose="020F0502020204030204" pitchFamily="34" charset="0"/>
                <a:cs typeface="Mangal"/>
              </a:rPr>
              <a:t>https://en.wikipedia.org/wiki/Department_store</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dirty="0">
                <a:solidFill>
                  <a:srgbClr val="222222"/>
                </a:solidFill>
                <a:latin typeface="Times New Roman" panose="02020603050405020304" pitchFamily="18" charset="0"/>
                <a:ea typeface="Calibri" panose="020F0502020204030204" pitchFamily="34" charset="0"/>
                <a:cs typeface="Mangal"/>
              </a:rPr>
              <a:t>Rajib, S. A. (2017). </a:t>
            </a:r>
            <a:r>
              <a:rPr lang="en-US" i="1" dirty="0">
                <a:solidFill>
                  <a:srgbClr val="222222"/>
                </a:solidFill>
                <a:latin typeface="Times New Roman" panose="02020603050405020304" pitchFamily="18" charset="0"/>
                <a:ea typeface="Calibri" panose="020F0502020204030204" pitchFamily="34" charset="0"/>
                <a:cs typeface="Mangal"/>
              </a:rPr>
              <a:t>Departmental Store Management System</a:t>
            </a:r>
            <a:r>
              <a:rPr lang="en-US" dirty="0">
                <a:solidFill>
                  <a:srgbClr val="222222"/>
                </a:solidFill>
                <a:latin typeface="Times New Roman" panose="02020603050405020304" pitchFamily="18" charset="0"/>
                <a:ea typeface="Calibri" panose="020F0502020204030204" pitchFamily="34" charset="0"/>
                <a:cs typeface="Mangal"/>
              </a:rPr>
              <a:t> (Doctoral dissertation, East West University).</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dirty="0">
                <a:solidFill>
                  <a:srgbClr val="000000"/>
                </a:solidFill>
                <a:latin typeface="Times New Roman" panose="02020603050405020304" pitchFamily="18" charset="0"/>
                <a:ea typeface="Calibri" panose="020F0502020204030204" pitchFamily="34" charset="0"/>
                <a:cs typeface="Mangal"/>
              </a:rPr>
              <a:t>Departmental Store System. A online document (2022) Retrieve on (2022-12-04) from https://www.scribd.com/document/446419614/DEPARTMENTAL-STORE-MANAGEMENT-SYSTEM </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u="sng" dirty="0">
                <a:solidFill>
                  <a:srgbClr val="0000FF"/>
                </a:solidFill>
                <a:latin typeface="Times New Roman" panose="02020603050405020304" pitchFamily="18" charset="0"/>
                <a:ea typeface="Calibri" panose="020F0502020204030204" pitchFamily="34" charset="0"/>
                <a:cs typeface="Mangal"/>
                <a:hlinkClick r:id="rId2"/>
              </a:rPr>
              <a:t>http://dspace.ewubd.edu:8080/bitstream/handle/123456789/2349/Shahrear_Amir_Rajib.pdf?sequence=1&amp;isAllowed=y#:~:text=A%20Departmental%20Store%20Management%20System%20(DSMS)%20is%20an%20application%20that,small%20set%20of%20related%20tasks</a:t>
            </a:r>
            <a:r>
              <a:rPr lang="en-US" dirty="0">
                <a:solidFill>
                  <a:srgbClr val="000000"/>
                </a:solidFill>
                <a:latin typeface="Times New Roman" panose="02020603050405020304" pitchFamily="18" charset="0"/>
                <a:ea typeface="Calibri" panose="020F0502020204030204" pitchFamily="34" charset="0"/>
                <a:cs typeface="Mangal"/>
              </a:rPr>
              <a:t>.</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u="sng" dirty="0">
                <a:solidFill>
                  <a:srgbClr val="0000FF"/>
                </a:solidFill>
                <a:latin typeface="Times New Roman" panose="02020603050405020304" pitchFamily="18" charset="0"/>
                <a:ea typeface="Calibri" panose="020F0502020204030204" pitchFamily="34" charset="0"/>
                <a:cs typeface="Mangal"/>
                <a:hlinkClick r:id="rId3"/>
              </a:rPr>
              <a:t>https://www.academia.edu/42879292/Store_Management_System_Project_Report</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u="sng" dirty="0">
                <a:solidFill>
                  <a:srgbClr val="0000FF"/>
                </a:solidFill>
                <a:latin typeface="Times New Roman" panose="02020603050405020304" pitchFamily="18" charset="0"/>
                <a:ea typeface="Calibri" panose="020F0502020204030204" pitchFamily="34" charset="0"/>
                <a:cs typeface="Mangal"/>
                <a:hlinkClick r:id="rId4"/>
              </a:rPr>
              <a:t>http://cppprojectcode.blogspot.com/2010/09/inventory-management-system.html</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u="sng" dirty="0">
                <a:solidFill>
                  <a:srgbClr val="0000FF"/>
                </a:solidFill>
                <a:latin typeface="Times New Roman" panose="02020603050405020304" pitchFamily="18" charset="0"/>
                <a:ea typeface="Calibri" panose="020F0502020204030204" pitchFamily="34" charset="0"/>
                <a:cs typeface="Mangal"/>
                <a:hlinkClick r:id="rId5"/>
              </a:rPr>
              <a:t>https://www.studytonight.com/c-projects/departmental-store-management-using-c-language</a:t>
            </a:r>
            <a:endParaRPr lang="en-US" sz="16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mj-lt"/>
              <a:buAutoNum type="arabicPeriod"/>
              <a:tabLst>
                <a:tab pos="228600" algn="l"/>
                <a:tab pos="1285875" algn="l"/>
              </a:tabLst>
            </a:pPr>
            <a:r>
              <a:rPr lang="en-US" dirty="0">
                <a:solidFill>
                  <a:srgbClr val="000000"/>
                </a:solidFill>
                <a:latin typeface="Times New Roman" panose="02020603050405020304" pitchFamily="18" charset="0"/>
                <a:ea typeface="Calibri" panose="020F0502020204030204" pitchFamily="34" charset="0"/>
                <a:cs typeface="Mangal"/>
              </a:rPr>
              <a:t>https://www.academia.edu/26003928/Final_Year_Project_On_Inventory_Management_System_Submitted_By</a:t>
            </a:r>
            <a:endParaRPr lang="en-US" sz="1600" dirty="0">
              <a:latin typeface="Calibri" panose="020F0502020204030204" pitchFamily="34" charset="0"/>
              <a:ea typeface="Calibri" panose="020F0502020204030204" pitchFamily="34" charset="0"/>
              <a:cs typeface="Mangal"/>
            </a:endParaRPr>
          </a:p>
          <a:p>
            <a:pPr algn="just">
              <a:lnSpc>
                <a:spcPct val="107000"/>
              </a:lnSpc>
            </a:pPr>
            <a:r>
              <a:rPr lang="en-US" b="1" dirty="0">
                <a:solidFill>
                  <a:srgbClr val="000000"/>
                </a:solidFill>
                <a:latin typeface="Times New Roman" panose="02020603050405020304" pitchFamily="18" charset="0"/>
                <a:ea typeface="Calibri" panose="020F0502020204030204" pitchFamily="34" charset="0"/>
                <a:cs typeface="Mangal"/>
              </a:rPr>
              <a:t> </a:t>
            </a:r>
            <a:endParaRPr lang="en-US" sz="16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1844960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lvl="0" indent="0">
              <a:buNone/>
            </a:pPr>
            <a:endParaRPr lang="en-US" dirty="0"/>
          </a:p>
          <a:p>
            <a:pPr marL="0" indent="0" algn="ctr">
              <a:buNone/>
            </a:pPr>
            <a:r>
              <a:rPr lang="en-US" sz="8000" dirty="0"/>
              <a:t>Thank you!</a:t>
            </a:r>
          </a:p>
        </p:txBody>
      </p:sp>
    </p:spTree>
    <p:extLst>
      <p:ext uri="{BB962C8B-B14F-4D97-AF65-F5344CB8AC3E}">
        <p14:creationId xmlns:p14="http://schemas.microsoft.com/office/powerpoint/2010/main" val="3746181918"/>
      </p:ext>
    </p:extLst>
  </p:cSld>
  <p:clrMapOvr>
    <a:masterClrMapping/>
  </p:clrMapOvr>
</p:sld>
</file>

<file path=ppt/theme/theme1.xml><?xml version="1.0" encoding="utf-8"?>
<a:theme xmlns:a="http://schemas.openxmlformats.org/drawingml/2006/main" name="Theme2">
  <a:themeElements>
    <a:clrScheme name="Simple Light">
      <a:dk1>
        <a:srgbClr val="0046C1"/>
      </a:dk1>
      <a:lt1>
        <a:srgbClr val="FFFFFF"/>
      </a:lt1>
      <a:dk2>
        <a:srgbClr val="FFFE02"/>
      </a:dk2>
      <a:lt2>
        <a:srgbClr val="EFEFEF"/>
      </a:lt2>
      <a:accent1>
        <a:srgbClr val="ADE8F4"/>
      </a:accent1>
      <a:accent2>
        <a:srgbClr val="0046C1"/>
      </a:accent2>
      <a:accent3>
        <a:srgbClr val="FFFFFF"/>
      </a:accent3>
      <a:accent4>
        <a:srgbClr val="FFFE02"/>
      </a:accent4>
      <a:accent5>
        <a:srgbClr val="EFEFEF"/>
      </a:accent5>
      <a:accent6>
        <a:srgbClr val="ADE8F4"/>
      </a:accent6>
      <a:hlink>
        <a:srgbClr val="0046C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22EB1026-47A9-4452-83E4-D04646B339C1}" vid="{90286D72-BD1E-4FA9-BC45-0173D07972CF}"/>
    </a:ext>
  </a:extLst>
</a:theme>
</file>

<file path=docProps/app.xml><?xml version="1.0" encoding="utf-8"?>
<Properties xmlns="http://schemas.openxmlformats.org/officeDocument/2006/extended-properties" xmlns:vt="http://schemas.openxmlformats.org/officeDocument/2006/docPropsVTypes">
  <Template>Theme2</Template>
  <TotalTime>2189</TotalTime>
  <Words>1391</Words>
  <Application>Microsoft Macintosh PowerPoint</Application>
  <PresentationFormat>Widescreen</PresentationFormat>
  <Paragraphs>132</Paragraphs>
  <Slides>28</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28</vt:i4>
      </vt:variant>
    </vt:vector>
  </HeadingPairs>
  <TitlesOfParts>
    <vt:vector size="43" baseType="lpstr">
      <vt:lpstr>Arial</vt:lpstr>
      <vt:lpstr>Bodoni MT</vt:lpstr>
      <vt:lpstr>Calibri</vt:lpstr>
      <vt:lpstr>Constantia</vt:lpstr>
      <vt:lpstr>Fira Sans</vt:lpstr>
      <vt:lpstr>Fira Sans Extra Condensed Medium</vt:lpstr>
      <vt:lpstr>Forte</vt:lpstr>
      <vt:lpstr>Gochi Hand</vt:lpstr>
      <vt:lpstr>High Tower Text</vt:lpstr>
      <vt:lpstr>Pacifico</vt:lpstr>
      <vt:lpstr>Poor Richard</vt:lpstr>
      <vt:lpstr>Roboto</vt:lpstr>
      <vt:lpstr>Source Sans Pro SemiBold</vt:lpstr>
      <vt:lpstr>Times New Roman</vt:lpstr>
      <vt:lpstr>Theme2</vt:lpstr>
      <vt:lpstr>Department Store Inventory Management              System (DSIMS)</vt:lpstr>
      <vt:lpstr>Table of content</vt:lpstr>
      <vt:lpstr>Introduction</vt:lpstr>
      <vt:lpstr>Motivation </vt:lpstr>
      <vt:lpstr>Statement Of Problems</vt:lpstr>
      <vt:lpstr>Objectives</vt:lpstr>
      <vt:lpstr> Scope and Application</vt:lpstr>
      <vt:lpstr>Literature review</vt:lpstr>
      <vt:lpstr>PowerPoint Presentation</vt:lpstr>
      <vt:lpstr>Algorithm</vt:lpstr>
      <vt:lpstr>PowerPoint Presentation</vt:lpstr>
      <vt:lpstr>Flowchart</vt:lpstr>
      <vt:lpstr>PowerPoint Presentation</vt:lpstr>
      <vt:lpstr>PowerPoint Presentation</vt:lpstr>
      <vt:lpstr>PowerPoint Presentation</vt:lpstr>
      <vt:lpstr>FLOWCHART</vt:lpstr>
      <vt:lpstr>Result and discussion </vt:lpstr>
      <vt:lpstr>                Fig 5.5: Adding Category</vt:lpstr>
      <vt:lpstr>PowerPoint Presentation</vt:lpstr>
      <vt:lpstr>PowerPoint Presentation</vt:lpstr>
      <vt:lpstr>PowerPoint Presentation</vt:lpstr>
      <vt:lpstr>PowerPoint Presentation</vt:lpstr>
      <vt:lpstr>PowerPoint Presentation</vt:lpstr>
      <vt:lpstr>PowerPoint Presentation</vt:lpstr>
      <vt:lpstr>Future Enhancement </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dc:title>
  <dc:creator>USER</dc:creator>
  <cp:lastModifiedBy>Anupa Gaire</cp:lastModifiedBy>
  <cp:revision>70</cp:revision>
  <dcterms:created xsi:type="dcterms:W3CDTF">2022-12-04T07:24:18Z</dcterms:created>
  <dcterms:modified xsi:type="dcterms:W3CDTF">2026-02-25T04:36:03Z</dcterms:modified>
</cp:coreProperties>
</file>